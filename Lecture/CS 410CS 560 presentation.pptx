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6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5" r:id="rId8"/>
    <p:sldId id="266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9597C-3DA2-449B-B75F-58976E9CCD92}" type="datetimeFigureOut">
              <a:rPr lang="fr-CA" smtClean="0"/>
              <a:t>2020-01-07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CEB45-63CE-4F08-9A4A-7E07EFDC175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42572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502B-D97C-4932-B780-5A1BFE2E920C}" type="datetime1">
              <a:rPr lang="fr-CA" smtClean="0"/>
              <a:t>2020-01-07</a:t>
            </a:fld>
            <a:endParaRPr lang="fr-CA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D851-BA50-4C78-B3BF-0FB1FF7BD19D}" type="datetime1">
              <a:rPr lang="fr-CA" smtClean="0"/>
              <a:t>2020-01-07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7009A-4448-4DAA-B912-EDF830F01ED6}" type="datetime1">
              <a:rPr lang="fr-CA" smtClean="0"/>
              <a:t>2020-01-07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fr-CA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F778-FBEE-44BA-9099-3732EB3C0835}" type="datetime1">
              <a:rPr lang="fr-CA" smtClean="0"/>
              <a:t>2020-01-07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B4278-2151-4CBD-A1E3-7C966488838C}" type="datetime1">
              <a:rPr lang="fr-CA" smtClean="0"/>
              <a:t>2020-01-07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F9AE-DE07-4C6D-8D24-D1BDA01D2E47}" type="datetime1">
              <a:rPr lang="fr-CA" smtClean="0"/>
              <a:t>2020-01-07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26898-58D3-4F76-8C3C-C4A9A22CBE09}" type="datetime1">
              <a:rPr lang="fr-CA" smtClean="0"/>
              <a:t>2020-01-07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B8A2-B06B-4AAB-964C-E060C97AF1B7}" type="datetime1">
              <a:rPr lang="fr-CA" smtClean="0"/>
              <a:t>2020-01-07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9EAF-447A-4FD7-A5B7-245D039E2736}" type="datetime1">
              <a:rPr lang="fr-CA" smtClean="0"/>
              <a:t>2020-01-07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FE07-5409-4C65-BF07-B607D0DC28F6}" type="datetime1">
              <a:rPr lang="fr-CA" smtClean="0"/>
              <a:t>2020-01-07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F598C-7C13-4FE5-B159-5F0841E8627E}" type="datetime1">
              <a:rPr lang="fr-CA" smtClean="0"/>
              <a:t>2020-01-07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7974A86-A24D-402F-B16B-118A267C6882}" type="datetime1">
              <a:rPr lang="fr-CA" smtClean="0"/>
              <a:t>2020-01-07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CA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Presentation of CS 410/CS 560</a:t>
            </a:r>
            <a:endParaRPr lang="en-CA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2160240" cy="903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6525" y="3886200"/>
            <a:ext cx="6400800" cy="1752600"/>
          </a:xfrm>
        </p:spPr>
        <p:txBody>
          <a:bodyPr>
            <a:normAutofit fontScale="92500" lnSpcReduction="10000"/>
          </a:bodyPr>
          <a:lstStyle/>
          <a:p>
            <a:pPr fontAlgn="auto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 smtClean="0">
                <a:solidFill>
                  <a:schemeClr val="tx1"/>
                </a:solidFill>
              </a:rPr>
              <a:t>Dr. Mohammed Ayoub Alaoui Mhamdi</a:t>
            </a:r>
            <a:endParaRPr lang="en-US" altLang="fr-FR" dirty="0">
              <a:solidFill>
                <a:schemeClr val="tx1"/>
              </a:solidFill>
            </a:endParaRPr>
          </a:p>
          <a:p>
            <a:pPr fontAlgn="auto">
              <a:spcBef>
                <a:spcPts val="580"/>
              </a:spcBef>
              <a:spcAft>
                <a:spcPts val="0"/>
              </a:spcAft>
              <a:defRPr/>
            </a:pPr>
            <a:r>
              <a:rPr lang="en-US" altLang="fr-FR" dirty="0">
                <a:solidFill>
                  <a:schemeClr val="tx1"/>
                </a:solidFill>
              </a:rPr>
              <a:t>Bishop's University</a:t>
            </a:r>
          </a:p>
          <a:p>
            <a:pPr fontAlgn="auto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 err="1" smtClean="0">
                <a:solidFill>
                  <a:schemeClr val="tx1"/>
                </a:solidFill>
              </a:rPr>
              <a:t>Sherbrooke</a:t>
            </a:r>
            <a:r>
              <a:rPr lang="en-US" altLang="fr-FR" dirty="0" smtClean="0">
                <a:solidFill>
                  <a:schemeClr val="tx1"/>
                </a:solidFill>
              </a:rPr>
              <a:t>, Qc, Canada</a:t>
            </a:r>
            <a:endParaRPr lang="en-US" altLang="fr-FR" dirty="0">
              <a:solidFill>
                <a:schemeClr val="tx1"/>
              </a:solidFill>
            </a:endParaRPr>
          </a:p>
          <a:p>
            <a:pPr fontAlgn="auto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 smtClean="0">
                <a:solidFill>
                  <a:schemeClr val="tx1"/>
                </a:solidFill>
              </a:rPr>
              <a:t>malaoui@ubishops.ca</a:t>
            </a:r>
            <a:endParaRPr lang="en-US" altLang="fr-FR" dirty="0">
              <a:solidFill>
                <a:schemeClr val="tx1"/>
              </a:solidFill>
            </a:endParaRPr>
          </a:p>
        </p:txBody>
      </p:sp>
      <p:sp>
        <p:nvSpPr>
          <p:cNvPr id="5" name="ZoneTexte 1"/>
          <p:cNvSpPr txBox="1">
            <a:spLocks noChangeArrowheads="1"/>
          </p:cNvSpPr>
          <p:nvPr/>
        </p:nvSpPr>
        <p:spPr bwMode="auto">
          <a:xfrm>
            <a:off x="1763688" y="522568"/>
            <a:ext cx="8245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SzTx/>
              <a:buFont typeface="Wingdings" panose="05000000000000000000" pitchFamily="2" charset="2"/>
              <a:buNone/>
            </a:pPr>
            <a:r>
              <a:rPr lang="fr-CA" altLang="fr-FR" sz="2800" dirty="0" smtClean="0">
                <a:latin typeface="Arial" panose="020B0604020202020204" pitchFamily="34" charset="0"/>
              </a:rPr>
              <a:t>CS 410/CS </a:t>
            </a:r>
            <a:r>
              <a:rPr lang="fr-CA" altLang="fr-FR" sz="2800" dirty="0">
                <a:latin typeface="Arial" panose="020B0604020202020204" pitchFamily="34" charset="0"/>
              </a:rPr>
              <a:t>560: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762164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DBF7C29-13C1-44FB-89D3-54913F8C547F}" type="slidenum">
              <a:rPr lang="fr-CA" smtClean="0"/>
              <a:pPr/>
              <a:t>2</a:t>
            </a:fld>
            <a:endParaRPr lang="fr-CA" smtClean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fr-CA" dirty="0" smtClean="0"/>
              <a:t>Introduction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CA" b="1" dirty="0" smtClean="0"/>
              <a:t>Professor:</a:t>
            </a:r>
            <a:r>
              <a:rPr lang="fr-CA" dirty="0" smtClean="0"/>
              <a:t> Dr. Mohammed Ayoub Alaoui Mhamdi</a:t>
            </a:r>
          </a:p>
          <a:p>
            <a:pPr eaLnBrk="1" hangingPunct="1"/>
            <a:r>
              <a:rPr lang="fr-CA" b="1" dirty="0" smtClean="0"/>
              <a:t>Email:</a:t>
            </a:r>
            <a:r>
              <a:rPr lang="fr-CA" dirty="0" smtClean="0"/>
              <a:t> malaoui@ubishops.ca</a:t>
            </a:r>
            <a:endParaRPr lang="en-US" dirty="0" smtClean="0"/>
          </a:p>
          <a:p>
            <a:pPr eaLnBrk="1" hangingPunct="1"/>
            <a:r>
              <a:rPr lang="fr-CA" b="1" dirty="0" smtClean="0"/>
              <a:t>Office:</a:t>
            </a:r>
            <a:r>
              <a:rPr lang="fr-CA" dirty="0" smtClean="0"/>
              <a:t> HAM 161</a:t>
            </a:r>
          </a:p>
          <a:p>
            <a:pPr eaLnBrk="1" hangingPunct="1"/>
            <a:r>
              <a:rPr lang="fr-CA" b="1" dirty="0" smtClean="0"/>
              <a:t>Office </a:t>
            </a:r>
            <a:r>
              <a:rPr lang="fr-CA" b="1" dirty="0" err="1" smtClean="0"/>
              <a:t>hours</a:t>
            </a:r>
            <a:r>
              <a:rPr lang="fr-CA" b="1" dirty="0" smtClean="0"/>
              <a:t>:</a:t>
            </a:r>
            <a:r>
              <a:rPr lang="fr-CA" dirty="0" smtClean="0"/>
              <a:t> To </a:t>
            </a:r>
            <a:r>
              <a:rPr lang="fr-CA" dirty="0" err="1" smtClean="0"/>
              <a:t>be</a:t>
            </a:r>
            <a:r>
              <a:rPr lang="fr-CA" dirty="0" smtClean="0"/>
              <a:t> </a:t>
            </a:r>
            <a:r>
              <a:rPr lang="fr-CA" dirty="0" err="1" smtClean="0"/>
              <a:t>determined</a:t>
            </a:r>
            <a:endParaRPr lang="fr-CA" dirty="0" smtClean="0"/>
          </a:p>
          <a:p>
            <a:pPr eaLnBrk="1" hangingPunct="1"/>
            <a:r>
              <a:rPr lang="fr-CA" b="1" dirty="0" smtClean="0"/>
              <a:t>Lectures:</a:t>
            </a:r>
            <a:endParaRPr lang="fr-CA" b="1" dirty="0"/>
          </a:p>
          <a:p>
            <a:pPr lvl="1"/>
            <a:r>
              <a:rPr lang="en-US" dirty="0"/>
              <a:t>Monday  and Wednesday	4:00 pm to 5:29 pm   HAM 301	</a:t>
            </a:r>
          </a:p>
          <a:p>
            <a:pPr lvl="1"/>
            <a:r>
              <a:rPr lang="en-US" dirty="0" smtClean="0"/>
              <a:t>Wednesday </a:t>
            </a:r>
            <a:r>
              <a:rPr lang="en-US" dirty="0"/>
              <a:t>and Friday	8:30 pm to 9:59 pm   BWH</a:t>
            </a:r>
          </a:p>
          <a:p>
            <a:pPr marL="457200" lvl="1" indent="0" eaLnBrk="1" hangingPunct="1">
              <a:buNone/>
            </a:pPr>
            <a:endParaRPr lang="fr-CA" dirty="0" smtClean="0"/>
          </a:p>
        </p:txBody>
      </p:sp>
    </p:spTree>
    <p:extLst>
      <p:ext uri="{BB962C8B-B14F-4D97-AF65-F5344CB8AC3E}">
        <p14:creationId xmlns:p14="http://schemas.microsoft.com/office/powerpoint/2010/main" val="1467977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4F85993-279A-400F-8EA6-9833FD7F090A}" type="slidenum">
              <a:rPr lang="fr-CA" smtClean="0"/>
              <a:pPr/>
              <a:t>3</a:t>
            </a:fld>
            <a:endParaRPr lang="fr-CA" smtClean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fr-CA" dirty="0" err="1"/>
              <a:t>E</a:t>
            </a:r>
            <a:r>
              <a:rPr lang="fr-CA" dirty="0" err="1" smtClean="0"/>
              <a:t>valuation</a:t>
            </a:r>
            <a:r>
              <a:rPr lang="fr-CA" dirty="0" smtClean="0"/>
              <a:t> CS 560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89138"/>
            <a:ext cx="7772400" cy="4114800"/>
          </a:xfrm>
        </p:spPr>
        <p:txBody>
          <a:bodyPr/>
          <a:lstStyle/>
          <a:p>
            <a:pPr eaLnBrk="1" hangingPunct="1"/>
            <a:r>
              <a:rPr lang="fr-CA" dirty="0" smtClean="0"/>
              <a:t>Five </a:t>
            </a:r>
            <a:r>
              <a:rPr lang="fr-CA" dirty="0" err="1" smtClean="0"/>
              <a:t>assignments</a:t>
            </a:r>
            <a:r>
              <a:rPr lang="fr-CA" dirty="0" smtClean="0"/>
              <a:t> </a:t>
            </a:r>
            <a:r>
              <a:rPr lang="fr-CA" dirty="0" smtClean="0"/>
              <a:t>40%</a:t>
            </a:r>
            <a:endParaRPr lang="fr-CA" dirty="0" smtClean="0"/>
          </a:p>
          <a:p>
            <a:r>
              <a:rPr lang="fr-CA" dirty="0"/>
              <a:t>Final </a:t>
            </a:r>
            <a:r>
              <a:rPr lang="fr-CA" dirty="0" err="1"/>
              <a:t>project</a:t>
            </a:r>
            <a:r>
              <a:rPr lang="fr-CA" dirty="0"/>
              <a:t>  30%</a:t>
            </a:r>
          </a:p>
          <a:p>
            <a:r>
              <a:rPr lang="fr-CA" dirty="0"/>
              <a:t>Final </a:t>
            </a:r>
            <a:r>
              <a:rPr lang="fr-CA" dirty="0" smtClean="0"/>
              <a:t>exam  </a:t>
            </a:r>
            <a:r>
              <a:rPr lang="fr-CA" dirty="0"/>
              <a:t>30%</a:t>
            </a:r>
          </a:p>
          <a:p>
            <a:r>
              <a:rPr lang="en-US" dirty="0" smtClean="0"/>
              <a:t>Your </a:t>
            </a:r>
            <a:r>
              <a:rPr lang="en-US" dirty="0"/>
              <a:t>attendance at the lectures is highly </a:t>
            </a:r>
            <a:r>
              <a:rPr lang="en-US" dirty="0" smtClean="0"/>
              <a:t>recommended.</a:t>
            </a:r>
            <a:endParaRPr lang="fr-CA" dirty="0" smtClean="0"/>
          </a:p>
        </p:txBody>
      </p:sp>
    </p:spTree>
    <p:extLst>
      <p:ext uri="{BB962C8B-B14F-4D97-AF65-F5344CB8AC3E}">
        <p14:creationId xmlns:p14="http://schemas.microsoft.com/office/powerpoint/2010/main" val="114814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93C15A6-E6D2-4262-8DF2-B48F22A4CA2B}" type="slidenum">
              <a:rPr lang="fr-CA" smtClean="0"/>
              <a:pPr/>
              <a:t>4</a:t>
            </a:fld>
            <a:endParaRPr lang="fr-CA" smtClean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fr-CA" dirty="0" err="1"/>
              <a:t>E</a:t>
            </a:r>
            <a:r>
              <a:rPr lang="fr-CA" dirty="0" err="1" smtClean="0"/>
              <a:t>valuation</a:t>
            </a:r>
            <a:r>
              <a:rPr lang="fr-CA" dirty="0" smtClean="0"/>
              <a:t> (</a:t>
            </a:r>
            <a:r>
              <a:rPr lang="fr-CA" dirty="0" err="1" smtClean="0"/>
              <a:t>cn’td</a:t>
            </a:r>
            <a:r>
              <a:rPr lang="fr-CA" dirty="0" smtClean="0"/>
              <a:t>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981200"/>
            <a:ext cx="8964488" cy="4114800"/>
          </a:xfrm>
        </p:spPr>
        <p:txBody>
          <a:bodyPr/>
          <a:lstStyle/>
          <a:p>
            <a:pPr eaLnBrk="1" hangingPunct="1"/>
            <a:r>
              <a:rPr lang="fr-CA" dirty="0" smtClean="0"/>
              <a:t>The </a:t>
            </a:r>
            <a:r>
              <a:rPr lang="fr-CA" dirty="0" err="1" smtClean="0"/>
              <a:t>assignments</a:t>
            </a:r>
            <a:r>
              <a:rPr lang="fr-CA" dirty="0" smtClean="0"/>
              <a:t> </a:t>
            </a:r>
            <a:r>
              <a:rPr lang="fr-CA" dirty="0" err="1" smtClean="0"/>
              <a:t>can</a:t>
            </a:r>
            <a:r>
              <a:rPr lang="fr-CA" dirty="0" smtClean="0"/>
              <a:t> </a:t>
            </a:r>
            <a:r>
              <a:rPr lang="fr-CA" dirty="0" err="1" smtClean="0"/>
              <a:t>be</a:t>
            </a:r>
            <a:r>
              <a:rPr lang="fr-CA" dirty="0" smtClean="0"/>
              <a:t> </a:t>
            </a:r>
            <a:r>
              <a:rPr lang="fr-CA" dirty="0" err="1" smtClean="0"/>
              <a:t>done</a:t>
            </a:r>
            <a:r>
              <a:rPr lang="fr-CA" dirty="0" smtClean="0"/>
              <a:t> by groups of up to </a:t>
            </a:r>
            <a:r>
              <a:rPr lang="fr-CA" b="1" u="sng" dirty="0" err="1" smtClean="0"/>
              <a:t>three</a:t>
            </a:r>
            <a:r>
              <a:rPr lang="fr-CA" b="1" u="sng" dirty="0" smtClean="0"/>
              <a:t> </a:t>
            </a:r>
            <a:r>
              <a:rPr lang="fr-CA" b="1" u="sng" dirty="0" err="1" smtClean="0"/>
              <a:t>students</a:t>
            </a:r>
            <a:r>
              <a:rPr lang="fr-CA" dirty="0" smtClean="0"/>
              <a:t>.</a:t>
            </a:r>
          </a:p>
          <a:p>
            <a:pPr lvl="1"/>
            <a:r>
              <a:rPr lang="fr-CA" dirty="0" err="1"/>
              <a:t>Otherwise</a:t>
            </a:r>
            <a:r>
              <a:rPr lang="fr-CA" dirty="0"/>
              <a:t> </a:t>
            </a:r>
            <a:r>
              <a:rPr lang="fr-CA" b="1" dirty="0"/>
              <a:t>PENALTIES</a:t>
            </a:r>
            <a:endParaRPr lang="fr-CA" b="1" u="sng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fr-CA" dirty="0" smtClean="0"/>
              <a:t>The </a:t>
            </a:r>
            <a:r>
              <a:rPr lang="fr-CA" dirty="0" err="1" smtClean="0"/>
              <a:t>assignments</a:t>
            </a:r>
            <a:r>
              <a:rPr lang="fr-CA" dirty="0" smtClean="0"/>
              <a:t>’ </a:t>
            </a:r>
            <a:r>
              <a:rPr lang="fr-CA" dirty="0" err="1" smtClean="0"/>
              <a:t>submissions</a:t>
            </a:r>
            <a:r>
              <a:rPr lang="fr-CA" dirty="0" smtClean="0"/>
              <a:t> mut </a:t>
            </a:r>
            <a:r>
              <a:rPr lang="fr-CA" dirty="0" err="1" smtClean="0"/>
              <a:t>be</a:t>
            </a:r>
            <a:r>
              <a:rPr lang="fr-CA" dirty="0" smtClean="0"/>
              <a:t> </a:t>
            </a:r>
            <a:r>
              <a:rPr lang="fr-CA" dirty="0" err="1" smtClean="0"/>
              <a:t>performed</a:t>
            </a:r>
            <a:r>
              <a:rPr lang="fr-CA" dirty="0" smtClean="0"/>
              <a:t> </a:t>
            </a:r>
            <a:r>
              <a:rPr lang="fr-CA" dirty="0" err="1" smtClean="0"/>
              <a:t>through</a:t>
            </a:r>
            <a:r>
              <a:rPr lang="fr-CA" dirty="0" smtClean="0"/>
              <a:t> Moodle.</a:t>
            </a:r>
            <a:endParaRPr lang="fr-CA" sz="3200" dirty="0" smtClean="0">
              <a:latin typeface="Times" pitchFamily="18" charset="0"/>
            </a:endParaRPr>
          </a:p>
          <a:p>
            <a:r>
              <a:rPr lang="en-US" dirty="0"/>
              <a:t>10 points per day late + 0 after 7 days late</a:t>
            </a:r>
            <a:r>
              <a:rPr lang="fr-CA" dirty="0" smtClean="0"/>
              <a:t>.</a:t>
            </a:r>
          </a:p>
          <a:p>
            <a:pPr eaLnBrk="1" hangingPunct="1"/>
            <a:r>
              <a:rPr lang="fr-CA" dirty="0" smtClean="0"/>
              <a:t>An </a:t>
            </a:r>
            <a:r>
              <a:rPr lang="fr-CA" dirty="0" err="1" smtClean="0"/>
              <a:t>error</a:t>
            </a:r>
            <a:r>
              <a:rPr lang="fr-CA" dirty="0" smtClean="0"/>
              <a:t> in </a:t>
            </a:r>
            <a:r>
              <a:rPr lang="fr-CA" dirty="0" err="1" smtClean="0"/>
              <a:t>submission</a:t>
            </a:r>
            <a:r>
              <a:rPr lang="fr-CA" dirty="0" smtClean="0"/>
              <a:t> on Moodle</a:t>
            </a:r>
            <a:r>
              <a:rPr lang="fr-CA" b="1" dirty="0" smtClean="0">
                <a:latin typeface="Times" pitchFamily="18" charset="0"/>
              </a:rPr>
              <a:t>….</a:t>
            </a:r>
          </a:p>
          <a:p>
            <a:pPr marL="0" indent="0">
              <a:buNone/>
            </a:pPr>
            <a:r>
              <a:rPr lang="fr-CA" b="1" dirty="0" smtClean="0">
                <a:latin typeface="Times" pitchFamily="18" charset="0"/>
              </a:rPr>
              <a:t>                   </a:t>
            </a:r>
            <a:r>
              <a:rPr lang="en-US" sz="4000" b="1" dirty="0">
                <a:latin typeface="Times" pitchFamily="18" charset="0"/>
              </a:rPr>
              <a:t>can lead to a score of 0</a:t>
            </a:r>
            <a:r>
              <a:rPr lang="fr-CA" sz="4000" b="1" dirty="0" smtClean="0">
                <a:latin typeface="Times" pitchFamily="18" charset="0"/>
              </a:rPr>
              <a:t>.</a:t>
            </a:r>
            <a:endParaRPr lang="fr-CA" sz="4000" dirty="0">
              <a:latin typeface="Times" pitchFamily="18" charset="0"/>
            </a:endParaRPr>
          </a:p>
          <a:p>
            <a:pPr eaLnBrk="1" hangingPunct="1"/>
            <a:endParaRPr lang="fr-CA" dirty="0" smtClean="0"/>
          </a:p>
        </p:txBody>
      </p:sp>
    </p:spTree>
    <p:extLst>
      <p:ext uri="{BB962C8B-B14F-4D97-AF65-F5344CB8AC3E}">
        <p14:creationId xmlns:p14="http://schemas.microsoft.com/office/powerpoint/2010/main" val="341604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92ADCA9-E65F-4D85-BE39-4CA6358DD339}" type="slidenum">
              <a:rPr lang="fr-CA" smtClean="0"/>
              <a:pPr/>
              <a:t>5</a:t>
            </a:fld>
            <a:endParaRPr lang="fr-CA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 smtClean="0"/>
              <a:t>Prerequisites</a:t>
            </a:r>
            <a:endParaRPr lang="fr-CA" dirty="0" smtClean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CA" dirty="0" err="1" smtClean="0"/>
              <a:t>Programming</a:t>
            </a:r>
            <a:r>
              <a:rPr lang="fr-CA" dirty="0" smtClean="0"/>
              <a:t> </a:t>
            </a:r>
            <a:r>
              <a:rPr lang="fr-CA" dirty="0" err="1" smtClean="0"/>
              <a:t>language</a:t>
            </a:r>
            <a:r>
              <a:rPr lang="fr-CA" dirty="0" smtClean="0"/>
              <a:t>.</a:t>
            </a:r>
          </a:p>
          <a:p>
            <a:pPr eaLnBrk="1" hangingPunct="1">
              <a:buFontTx/>
              <a:buNone/>
            </a:pPr>
            <a:endParaRPr lang="fr-CA" dirty="0" smtClean="0"/>
          </a:p>
          <a:p>
            <a:pPr eaLnBrk="1" hangingPunct="1"/>
            <a:endParaRPr lang="fr-CA" dirty="0" smtClean="0"/>
          </a:p>
          <a:p>
            <a:pPr eaLnBrk="1" hangingPunct="1"/>
            <a:endParaRPr lang="fr-CA" dirty="0" smtClean="0"/>
          </a:p>
        </p:txBody>
      </p:sp>
    </p:spTree>
    <p:extLst>
      <p:ext uri="{BB962C8B-B14F-4D97-AF65-F5344CB8AC3E}">
        <p14:creationId xmlns:p14="http://schemas.microsoft.com/office/powerpoint/2010/main" val="192480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92ADCA9-E65F-4D85-BE39-4CA6358DD339}" type="slidenum">
              <a:rPr lang="fr-CA" smtClean="0"/>
              <a:pPr/>
              <a:t>6</a:t>
            </a:fld>
            <a:endParaRPr lang="fr-CA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fr-CA" dirty="0" smtClean="0"/>
              <a:t>Recommandations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Do not wait until the last minute to do </a:t>
            </a:r>
            <a:r>
              <a:rPr lang="en-US" b="1" u="sng" dirty="0" smtClean="0"/>
              <a:t>the assignments,</a:t>
            </a:r>
            <a:endParaRPr lang="fr-CA" b="1" u="sng" dirty="0" smtClean="0"/>
          </a:p>
          <a:p>
            <a:r>
              <a:rPr lang="en-US" dirty="0"/>
              <a:t>Do 100% of the </a:t>
            </a:r>
            <a:r>
              <a:rPr lang="en-US" dirty="0" smtClean="0"/>
              <a:t>assignments </a:t>
            </a:r>
            <a:r>
              <a:rPr lang="en-US" dirty="0"/>
              <a:t>and </a:t>
            </a:r>
            <a:r>
              <a:rPr lang="en-US" dirty="0" smtClean="0"/>
              <a:t>not </a:t>
            </a:r>
            <a:r>
              <a:rPr lang="fr-CA" dirty="0" smtClean="0"/>
              <a:t>33.3%-33.3%-33.3%,</a:t>
            </a:r>
          </a:p>
          <a:p>
            <a:r>
              <a:rPr lang="en-US" dirty="0"/>
              <a:t>Never a good idea to </a:t>
            </a:r>
            <a:r>
              <a:rPr lang="en-US" dirty="0" smtClean="0"/>
              <a:t>plagiarize,</a:t>
            </a:r>
            <a:endParaRPr lang="fr-CA" dirty="0" smtClean="0"/>
          </a:p>
          <a:p>
            <a:r>
              <a:rPr lang="fr-CA" dirty="0"/>
              <a:t>Active participation in </a:t>
            </a:r>
            <a:r>
              <a:rPr lang="fr-CA" dirty="0" smtClean="0"/>
              <a:t>class,</a:t>
            </a:r>
          </a:p>
          <a:p>
            <a:pPr eaLnBrk="1" hangingPunct="1"/>
            <a:r>
              <a:rPr lang="fr-CA" dirty="0" smtClean="0"/>
              <a:t>Real time feedbacks.</a:t>
            </a:r>
          </a:p>
          <a:p>
            <a:pPr eaLnBrk="1" hangingPunct="1">
              <a:buFontTx/>
              <a:buNone/>
            </a:pPr>
            <a:endParaRPr lang="fr-CA" dirty="0" smtClean="0"/>
          </a:p>
          <a:p>
            <a:pPr eaLnBrk="1" hangingPunct="1"/>
            <a:endParaRPr lang="fr-CA" dirty="0" smtClean="0"/>
          </a:p>
          <a:p>
            <a:pPr eaLnBrk="1" hangingPunct="1"/>
            <a:endParaRPr lang="fr-CA" dirty="0" smtClean="0"/>
          </a:p>
        </p:txBody>
      </p:sp>
    </p:spTree>
    <p:extLst>
      <p:ext uri="{BB962C8B-B14F-4D97-AF65-F5344CB8AC3E}">
        <p14:creationId xmlns:p14="http://schemas.microsoft.com/office/powerpoint/2010/main" val="29003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96779" y="-306288"/>
            <a:ext cx="7772400" cy="1143000"/>
          </a:xfrm>
        </p:spPr>
        <p:txBody>
          <a:bodyPr/>
          <a:lstStyle/>
          <a:p>
            <a:r>
              <a:rPr lang="en-US" dirty="0"/>
              <a:t>Course content and schedule</a:t>
            </a:r>
            <a:endParaRPr lang="fr-CA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7</a:t>
            </a:fld>
            <a:endParaRPr lang="fr-CA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16920"/>
            <a:ext cx="7323733" cy="582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54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5576" y="-304801"/>
            <a:ext cx="7772400" cy="1143000"/>
          </a:xfrm>
        </p:spPr>
        <p:txBody>
          <a:bodyPr/>
          <a:lstStyle/>
          <a:p>
            <a:r>
              <a:rPr lang="en-US" dirty="0"/>
              <a:t>Course content and schedule</a:t>
            </a:r>
            <a:endParaRPr lang="fr-CA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8</a:t>
            </a:fld>
            <a:endParaRPr lang="fr-CA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976312"/>
            <a:ext cx="889635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289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10146</TotalTime>
  <Words>195</Words>
  <Application>Microsoft Office PowerPoint</Application>
  <PresentationFormat>Affichage à l'écran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6" baseType="lpstr">
      <vt:lpstr>Arial</vt:lpstr>
      <vt:lpstr>Calibri</vt:lpstr>
      <vt:lpstr>Franklin Gothic Book</vt:lpstr>
      <vt:lpstr>Perpetua</vt:lpstr>
      <vt:lpstr>Times</vt:lpstr>
      <vt:lpstr>Wingdings</vt:lpstr>
      <vt:lpstr>Wingdings 2</vt:lpstr>
      <vt:lpstr>Capitaux</vt:lpstr>
      <vt:lpstr>Presentation of CS 410/CS 560</vt:lpstr>
      <vt:lpstr>Introduction</vt:lpstr>
      <vt:lpstr>Evaluation CS 560</vt:lpstr>
      <vt:lpstr>Evaluation (cn’td)</vt:lpstr>
      <vt:lpstr>Prerequisites</vt:lpstr>
      <vt:lpstr>Recommandations</vt:lpstr>
      <vt:lpstr>Course content and schedule</vt:lpstr>
      <vt:lpstr>Course content and schedule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Pattern Recognition</dc:title>
  <dc:creator>Mohammed Ayoub Alaoui Mhamdi</dc:creator>
  <cp:lastModifiedBy>Mohammed Ayoub Alaoui Mhamdi</cp:lastModifiedBy>
  <cp:revision>121</cp:revision>
  <dcterms:created xsi:type="dcterms:W3CDTF">2018-08-29T20:07:11Z</dcterms:created>
  <dcterms:modified xsi:type="dcterms:W3CDTF">2020-01-08T01:06:52Z</dcterms:modified>
</cp:coreProperties>
</file>