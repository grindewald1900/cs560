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22"/>
  </p:notesMasterIdLst>
  <p:handoutMasterIdLst>
    <p:handoutMasterId r:id="rId23"/>
  </p:handoutMasterIdLst>
  <p:sldIdLst>
    <p:sldId id="624" r:id="rId2"/>
    <p:sldId id="625" r:id="rId3"/>
    <p:sldId id="627" r:id="rId4"/>
    <p:sldId id="628" r:id="rId5"/>
    <p:sldId id="629" r:id="rId6"/>
    <p:sldId id="626" r:id="rId7"/>
    <p:sldId id="630" r:id="rId8"/>
    <p:sldId id="631" r:id="rId9"/>
    <p:sldId id="632" r:id="rId10"/>
    <p:sldId id="633" r:id="rId11"/>
    <p:sldId id="634" r:id="rId12"/>
    <p:sldId id="635" r:id="rId13"/>
    <p:sldId id="636" r:id="rId14"/>
    <p:sldId id="637" r:id="rId15"/>
    <p:sldId id="639" r:id="rId16"/>
    <p:sldId id="640" r:id="rId17"/>
    <p:sldId id="641" r:id="rId18"/>
    <p:sldId id="642" r:id="rId19"/>
    <p:sldId id="643" r:id="rId20"/>
    <p:sldId id="638" r:id="rId21"/>
  </p:sldIdLst>
  <p:sldSz cx="9144000" cy="6858000" type="screen4x3"/>
  <p:notesSz cx="7315200" cy="9601200"/>
  <p:defaultTextStyle>
    <a:defPPr>
      <a:defRPr lang="nl-NL"/>
    </a:defPPr>
    <a:lvl1pPr algn="l" rtl="0" eaLnBrk="0" fontAlgn="base" hangingPunct="0">
      <a:spcBef>
        <a:spcPct val="0"/>
      </a:spcBef>
      <a:spcAft>
        <a:spcPct val="0"/>
      </a:spcAft>
      <a:defRPr sz="20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0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0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0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000" kern="1200">
        <a:solidFill>
          <a:schemeClr val="tx1"/>
        </a:solidFill>
        <a:latin typeface="Arial" panose="020B0604020202020204" pitchFamily="34" charset="0"/>
        <a:ea typeface="+mn-ea"/>
        <a:cs typeface="+mn-cs"/>
      </a:defRPr>
    </a:lvl5pPr>
    <a:lvl6pPr marL="2286000" algn="l" defTabSz="914400" rtl="0" eaLnBrk="1" latinLnBrk="0" hangingPunct="1">
      <a:defRPr sz="2000" kern="1200">
        <a:solidFill>
          <a:schemeClr val="tx1"/>
        </a:solidFill>
        <a:latin typeface="Arial" panose="020B0604020202020204" pitchFamily="34" charset="0"/>
        <a:ea typeface="+mn-ea"/>
        <a:cs typeface="+mn-cs"/>
      </a:defRPr>
    </a:lvl6pPr>
    <a:lvl7pPr marL="2743200" algn="l" defTabSz="914400" rtl="0" eaLnBrk="1" latinLnBrk="0" hangingPunct="1">
      <a:defRPr sz="2000" kern="1200">
        <a:solidFill>
          <a:schemeClr val="tx1"/>
        </a:solidFill>
        <a:latin typeface="Arial" panose="020B0604020202020204" pitchFamily="34" charset="0"/>
        <a:ea typeface="+mn-ea"/>
        <a:cs typeface="+mn-cs"/>
      </a:defRPr>
    </a:lvl7pPr>
    <a:lvl8pPr marL="3200400" algn="l" defTabSz="914400" rtl="0" eaLnBrk="1" latinLnBrk="0" hangingPunct="1">
      <a:defRPr sz="2000" kern="1200">
        <a:solidFill>
          <a:schemeClr val="tx1"/>
        </a:solidFill>
        <a:latin typeface="Arial" panose="020B0604020202020204" pitchFamily="34" charset="0"/>
        <a:ea typeface="+mn-ea"/>
        <a:cs typeface="+mn-cs"/>
      </a:defRPr>
    </a:lvl8pPr>
    <a:lvl9pPr marL="3657600" algn="l" defTabSz="914400" rtl="0" eaLnBrk="1" latinLnBrk="0" hangingPunct="1">
      <a:defRPr sz="20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ohammed Ayoub Alaoui Mhamdi"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8D15"/>
    <a:srgbClr val="EDB34B"/>
    <a:srgbClr val="F8ECCC"/>
    <a:srgbClr val="F5E3B1"/>
    <a:srgbClr val="F3DEA1"/>
    <a:srgbClr val="3399FF"/>
    <a:srgbClr val="40B4E8"/>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61" autoAdjust="0"/>
    <p:restoredTop sz="71936" autoAdjust="0"/>
  </p:normalViewPr>
  <p:slideViewPr>
    <p:cSldViewPr>
      <p:cViewPr varScale="1">
        <p:scale>
          <a:sx n="82" d="100"/>
          <a:sy n="82" d="100"/>
        </p:scale>
        <p:origin x="2472"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7452"/>
    </p:cViewPr>
  </p:sorterViewPr>
  <p:notesViewPr>
    <p:cSldViewPr>
      <p:cViewPr varScale="1">
        <p:scale>
          <a:sx n="59" d="100"/>
          <a:sy n="59" d="100"/>
        </p:scale>
        <p:origin x="-1122" y="-78"/>
      </p:cViewPr>
      <p:guideLst>
        <p:guide orient="horz" pos="3024"/>
        <p:guide pos="2304"/>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t" anchorCtr="0" compatLnSpc="1">
            <a:prstTxWarp prst="textNoShape">
              <a:avLst/>
            </a:prstTxWarp>
          </a:bodyPr>
          <a:lstStyle>
            <a:lvl1pPr defTabSz="966788" eaLnBrk="1" hangingPunct="1">
              <a:spcBef>
                <a:spcPct val="0"/>
              </a:spcBef>
              <a:buClrTx/>
              <a:buFontTx/>
              <a:buNone/>
              <a:defRPr sz="1300" b="1">
                <a:latin typeface="NewsGothicBQ" pitchFamily="34" charset="0"/>
              </a:defRPr>
            </a:lvl1pPr>
          </a:lstStyle>
          <a:p>
            <a:pPr>
              <a:defRPr/>
            </a:pPr>
            <a:endParaRPr lang="nl-NL" altLang="fr-FR"/>
          </a:p>
        </p:txBody>
      </p:sp>
      <p:sp>
        <p:nvSpPr>
          <p:cNvPr id="5123" name="Rectangle 3"/>
          <p:cNvSpPr>
            <a:spLocks noGrp="1" noChangeArrowheads="1"/>
          </p:cNvSpPr>
          <p:nvPr>
            <p:ph type="dt" sz="quarter" idx="1"/>
          </p:nvPr>
        </p:nvSpPr>
        <p:spPr bwMode="auto">
          <a:xfrm>
            <a:off x="4144963" y="0"/>
            <a:ext cx="3170237"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t" anchorCtr="0" compatLnSpc="1">
            <a:prstTxWarp prst="textNoShape">
              <a:avLst/>
            </a:prstTxWarp>
          </a:bodyPr>
          <a:lstStyle>
            <a:lvl1pPr algn="r" defTabSz="966788" eaLnBrk="1" hangingPunct="1">
              <a:spcBef>
                <a:spcPct val="0"/>
              </a:spcBef>
              <a:buClrTx/>
              <a:buFontTx/>
              <a:buNone/>
              <a:defRPr sz="1300" b="1">
                <a:latin typeface="NewsGothicBQ" pitchFamily="34" charset="0"/>
              </a:defRPr>
            </a:lvl1pPr>
          </a:lstStyle>
          <a:p>
            <a:pPr>
              <a:defRPr/>
            </a:pPr>
            <a:fld id="{7C68F578-E383-4DB2-AFC9-CBA5D5ED2124}" type="datetime1">
              <a:rPr lang="en-GB" altLang="fr-FR"/>
              <a:pPr>
                <a:defRPr/>
              </a:pPr>
              <a:t>05/02/2020</a:t>
            </a:fld>
            <a:endParaRPr lang="nl-NL" altLang="fr-FR"/>
          </a:p>
        </p:txBody>
      </p:sp>
      <p:sp>
        <p:nvSpPr>
          <p:cNvPr id="5124" name="Rectangle 4"/>
          <p:cNvSpPr>
            <a:spLocks noGrp="1" noChangeArrowheads="1"/>
          </p:cNvSpPr>
          <p:nvPr>
            <p:ph type="ftr" sz="quarter" idx="2"/>
          </p:nvPr>
        </p:nvSpPr>
        <p:spPr bwMode="auto">
          <a:xfrm>
            <a:off x="0" y="9121775"/>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b" anchorCtr="0" compatLnSpc="1">
            <a:prstTxWarp prst="textNoShape">
              <a:avLst/>
            </a:prstTxWarp>
          </a:bodyPr>
          <a:lstStyle>
            <a:lvl1pPr defTabSz="966788" eaLnBrk="1" hangingPunct="1">
              <a:spcBef>
                <a:spcPct val="0"/>
              </a:spcBef>
              <a:buClrTx/>
              <a:buFontTx/>
              <a:buNone/>
              <a:defRPr sz="1300" b="1">
                <a:latin typeface="NewsGothicBQ" pitchFamily="34" charset="0"/>
              </a:defRPr>
            </a:lvl1pPr>
          </a:lstStyle>
          <a:p>
            <a:pPr>
              <a:defRPr/>
            </a:pPr>
            <a:r>
              <a:rPr lang="nl-NL" altLang="fr-FR"/>
              <a:t>© SE, Introduction, Hans van Vliet</a:t>
            </a:r>
          </a:p>
        </p:txBody>
      </p:sp>
      <p:sp>
        <p:nvSpPr>
          <p:cNvPr id="5125" name="Rectangle 5"/>
          <p:cNvSpPr>
            <a:spLocks noGrp="1" noChangeArrowheads="1"/>
          </p:cNvSpPr>
          <p:nvPr>
            <p:ph type="sldNum" sz="quarter" idx="3"/>
          </p:nvPr>
        </p:nvSpPr>
        <p:spPr bwMode="auto">
          <a:xfrm>
            <a:off x="4144963" y="9121775"/>
            <a:ext cx="3170237"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b" anchorCtr="0" compatLnSpc="1">
            <a:prstTxWarp prst="textNoShape">
              <a:avLst/>
            </a:prstTxWarp>
          </a:bodyPr>
          <a:lstStyle>
            <a:lvl1pPr algn="r" defTabSz="966788" eaLnBrk="1" hangingPunct="1">
              <a:spcBef>
                <a:spcPct val="0"/>
              </a:spcBef>
              <a:buClrTx/>
              <a:buFontTx/>
              <a:buNone/>
              <a:defRPr sz="1300" b="1">
                <a:latin typeface="NewsGothicBQ" pitchFamily="34" charset="0"/>
              </a:defRPr>
            </a:lvl1pPr>
          </a:lstStyle>
          <a:p>
            <a:pPr>
              <a:defRPr/>
            </a:pPr>
            <a:fld id="{F23720CC-5A19-4571-8438-AF6511C49B56}" type="slidenum">
              <a:rPr lang="nl-NL" altLang="fr-FR"/>
              <a:pPr>
                <a:defRPr/>
              </a:pPr>
              <a:t>‹N°›</a:t>
            </a:fld>
            <a:endParaRPr lang="nl-NL" altLang="fr-F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t" anchorCtr="0" compatLnSpc="1">
            <a:prstTxWarp prst="textNoShape">
              <a:avLst/>
            </a:prstTxWarp>
          </a:bodyPr>
          <a:lstStyle>
            <a:lvl1pPr defTabSz="966788" eaLnBrk="1" hangingPunct="1">
              <a:spcBef>
                <a:spcPct val="20000"/>
              </a:spcBef>
              <a:buClr>
                <a:schemeClr val="accent1"/>
              </a:buClr>
              <a:buFont typeface="Wingdings" pitchFamily="2" charset="2"/>
              <a:buChar char="§"/>
              <a:defRPr sz="1300" b="1">
                <a:solidFill>
                  <a:srgbClr val="000066"/>
                </a:solidFill>
                <a:latin typeface="Arial" charset="0"/>
              </a:defRPr>
            </a:lvl1pPr>
          </a:lstStyle>
          <a:p>
            <a:pPr>
              <a:defRPr/>
            </a:pPr>
            <a:endParaRPr lang="nl-NL" altLang="fr-FR"/>
          </a:p>
        </p:txBody>
      </p:sp>
      <p:sp>
        <p:nvSpPr>
          <p:cNvPr id="9219" name="Rectangle 3"/>
          <p:cNvSpPr>
            <a:spLocks noGrp="1" noChangeArrowheads="1"/>
          </p:cNvSpPr>
          <p:nvPr>
            <p:ph type="dt" idx="1"/>
          </p:nvPr>
        </p:nvSpPr>
        <p:spPr bwMode="auto">
          <a:xfrm>
            <a:off x="4144963" y="0"/>
            <a:ext cx="3170237"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t" anchorCtr="0" compatLnSpc="1">
            <a:prstTxWarp prst="textNoShape">
              <a:avLst/>
            </a:prstTxWarp>
          </a:bodyPr>
          <a:lstStyle>
            <a:lvl1pPr algn="r" defTabSz="966788" eaLnBrk="1" hangingPunct="1">
              <a:spcBef>
                <a:spcPct val="20000"/>
              </a:spcBef>
              <a:buClr>
                <a:schemeClr val="accent1"/>
              </a:buClr>
              <a:buFont typeface="Wingdings" pitchFamily="2" charset="2"/>
              <a:buChar char="§"/>
              <a:defRPr sz="1300" b="1">
                <a:solidFill>
                  <a:srgbClr val="000066"/>
                </a:solidFill>
                <a:latin typeface="Arial" charset="0"/>
              </a:defRPr>
            </a:lvl1pPr>
          </a:lstStyle>
          <a:p>
            <a:pPr>
              <a:defRPr/>
            </a:pPr>
            <a:fld id="{DEFC3D66-82C8-4AFF-858C-A928D7512395}" type="datetime1">
              <a:rPr lang="en-GB" altLang="fr-FR"/>
              <a:pPr>
                <a:defRPr/>
              </a:pPr>
              <a:t>05/02/2020</a:t>
            </a:fld>
            <a:endParaRPr lang="nl-NL" altLang="fr-FR"/>
          </a:p>
        </p:txBody>
      </p:sp>
      <p:sp>
        <p:nvSpPr>
          <p:cNvPr id="6148"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221" name="Rectangle 5"/>
          <p:cNvSpPr>
            <a:spLocks noGrp="1" noChangeArrowheads="1"/>
          </p:cNvSpPr>
          <p:nvPr>
            <p:ph type="body" sz="quarter" idx="3"/>
          </p:nvPr>
        </p:nvSpPr>
        <p:spPr bwMode="auto">
          <a:xfrm>
            <a:off x="974725" y="4560888"/>
            <a:ext cx="5365750" cy="4319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t" anchorCtr="0" compatLnSpc="1">
            <a:prstTxWarp prst="textNoShape">
              <a:avLst/>
            </a:prstTxWarp>
          </a:bodyPr>
          <a:lstStyle/>
          <a:p>
            <a:pPr lvl="0"/>
            <a:r>
              <a:rPr lang="nl-NL" altLang="fr-FR" noProof="0"/>
              <a:t>Klik om de opmaakprofielen van de modeltekst te bewerken</a:t>
            </a:r>
          </a:p>
          <a:p>
            <a:pPr lvl="1"/>
            <a:r>
              <a:rPr lang="nl-NL" altLang="fr-FR" noProof="0"/>
              <a:t>Tweede niveau</a:t>
            </a:r>
          </a:p>
          <a:p>
            <a:pPr lvl="2"/>
            <a:r>
              <a:rPr lang="nl-NL" altLang="fr-FR" noProof="0"/>
              <a:t>Derde niveau</a:t>
            </a:r>
          </a:p>
          <a:p>
            <a:pPr lvl="3"/>
            <a:r>
              <a:rPr lang="nl-NL" altLang="fr-FR" noProof="0"/>
              <a:t>Vierde niveau</a:t>
            </a:r>
          </a:p>
          <a:p>
            <a:pPr lvl="4"/>
            <a:r>
              <a:rPr lang="nl-NL" altLang="fr-FR" noProof="0"/>
              <a:t>Vijfde niveau</a:t>
            </a:r>
          </a:p>
        </p:txBody>
      </p:sp>
      <p:sp>
        <p:nvSpPr>
          <p:cNvPr id="9222" name="Rectangle 6"/>
          <p:cNvSpPr>
            <a:spLocks noGrp="1" noChangeArrowheads="1"/>
          </p:cNvSpPr>
          <p:nvPr>
            <p:ph type="ftr" sz="quarter" idx="4"/>
          </p:nvPr>
        </p:nvSpPr>
        <p:spPr bwMode="auto">
          <a:xfrm>
            <a:off x="0" y="9121775"/>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b" anchorCtr="0" compatLnSpc="1">
            <a:prstTxWarp prst="textNoShape">
              <a:avLst/>
            </a:prstTxWarp>
          </a:bodyPr>
          <a:lstStyle>
            <a:lvl1pPr defTabSz="966788" eaLnBrk="1" hangingPunct="1">
              <a:spcBef>
                <a:spcPct val="20000"/>
              </a:spcBef>
              <a:buClr>
                <a:schemeClr val="accent1"/>
              </a:buClr>
              <a:buFont typeface="Wingdings" pitchFamily="2" charset="2"/>
              <a:buChar char="§"/>
              <a:defRPr sz="1300" b="1">
                <a:solidFill>
                  <a:srgbClr val="000066"/>
                </a:solidFill>
                <a:latin typeface="Arial" charset="0"/>
              </a:defRPr>
            </a:lvl1pPr>
          </a:lstStyle>
          <a:p>
            <a:pPr>
              <a:defRPr/>
            </a:pPr>
            <a:r>
              <a:rPr lang="nl-NL" altLang="fr-FR"/>
              <a:t>© SE, Introduction, Hans van Vliet</a:t>
            </a:r>
          </a:p>
        </p:txBody>
      </p:sp>
      <p:sp>
        <p:nvSpPr>
          <p:cNvPr id="9223" name="Rectangle 7"/>
          <p:cNvSpPr>
            <a:spLocks noGrp="1" noChangeArrowheads="1"/>
          </p:cNvSpPr>
          <p:nvPr>
            <p:ph type="sldNum" sz="quarter" idx="5"/>
          </p:nvPr>
        </p:nvSpPr>
        <p:spPr bwMode="auto">
          <a:xfrm>
            <a:off x="4144963" y="9121775"/>
            <a:ext cx="3170237"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b" anchorCtr="0" compatLnSpc="1">
            <a:prstTxWarp prst="textNoShape">
              <a:avLst/>
            </a:prstTxWarp>
          </a:bodyPr>
          <a:lstStyle>
            <a:lvl1pPr algn="r" defTabSz="966788" eaLnBrk="1" hangingPunct="1">
              <a:spcBef>
                <a:spcPct val="20000"/>
              </a:spcBef>
              <a:buClr>
                <a:schemeClr val="accent1"/>
              </a:buClr>
              <a:buFont typeface="Wingdings" panose="05000000000000000000" pitchFamily="2" charset="2"/>
              <a:buChar char="§"/>
              <a:defRPr sz="1300" b="1">
                <a:solidFill>
                  <a:srgbClr val="000066"/>
                </a:solidFill>
              </a:defRPr>
            </a:lvl1pPr>
          </a:lstStyle>
          <a:p>
            <a:pPr>
              <a:defRPr/>
            </a:pPr>
            <a:fld id="{863CB801-0D92-44A9-A302-35B847A51AD4}" type="slidenum">
              <a:rPr lang="nl-NL" altLang="fr-FR"/>
              <a:pPr>
                <a:defRPr/>
              </a:pPr>
              <a:t>‹N°›</a:t>
            </a:fld>
            <a:endParaRPr lang="nl-NL" altLang="fr-FR"/>
          </a:p>
        </p:txBody>
      </p:sp>
    </p:spTree>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6"/>
          <p:cNvSpPr>
            <a:spLocks noGrp="1" noChangeArrowheads="1"/>
          </p:cNvSpPr>
          <p:nvPr>
            <p:ph type="ftr" sz="quarter" idx="4"/>
          </p:nvPr>
        </p:nvSpPr>
        <p:spPr>
          <a:noFill/>
        </p:spPr>
        <p:txBody>
          <a:bodyPr/>
          <a:lstStyle>
            <a:lvl1pPr defTabSz="966788">
              <a:spcBef>
                <a:spcPct val="30000"/>
              </a:spcBef>
              <a:defRPr sz="1200">
                <a:solidFill>
                  <a:schemeClr val="tx1"/>
                </a:solidFill>
                <a:latin typeface="Times New Roman" panose="02020603050405020304" pitchFamily="18" charset="0"/>
              </a:defRPr>
            </a:lvl1pPr>
            <a:lvl2pPr marL="742950" indent="-285750" defTabSz="966788">
              <a:spcBef>
                <a:spcPct val="30000"/>
              </a:spcBef>
              <a:defRPr sz="1200">
                <a:solidFill>
                  <a:schemeClr val="tx1"/>
                </a:solidFill>
                <a:latin typeface="Times New Roman" panose="02020603050405020304" pitchFamily="18" charset="0"/>
              </a:defRPr>
            </a:lvl2pPr>
            <a:lvl3pPr marL="1143000" indent="-228600" defTabSz="966788">
              <a:spcBef>
                <a:spcPct val="30000"/>
              </a:spcBef>
              <a:defRPr sz="1200">
                <a:solidFill>
                  <a:schemeClr val="tx1"/>
                </a:solidFill>
                <a:latin typeface="Times New Roman" panose="02020603050405020304" pitchFamily="18" charset="0"/>
              </a:defRPr>
            </a:lvl3pPr>
            <a:lvl4pPr marL="1600200" indent="-228600" defTabSz="966788">
              <a:spcBef>
                <a:spcPct val="30000"/>
              </a:spcBef>
              <a:defRPr sz="1200">
                <a:solidFill>
                  <a:schemeClr val="tx1"/>
                </a:solidFill>
                <a:latin typeface="Times New Roman" panose="02020603050405020304" pitchFamily="18" charset="0"/>
              </a:defRPr>
            </a:lvl4pPr>
            <a:lvl5pPr marL="2057400" indent="-228600" defTabSz="966788">
              <a:spcBef>
                <a:spcPct val="30000"/>
              </a:spcBef>
              <a:defRPr sz="1200">
                <a:solidFill>
                  <a:schemeClr val="tx1"/>
                </a:solidFill>
                <a:latin typeface="Times New Roman" panose="02020603050405020304" pitchFamily="18" charset="0"/>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20000"/>
              </a:spcBef>
            </a:pPr>
            <a:r>
              <a:rPr lang="nl-NL" altLang="fr-FR" sz="1300">
                <a:solidFill>
                  <a:srgbClr val="000066"/>
                </a:solidFill>
                <a:latin typeface="Arial" panose="020B0604020202020204" pitchFamily="34" charset="0"/>
              </a:rPr>
              <a:t>© SE, Introduction, Hans van Vliet</a:t>
            </a:r>
          </a:p>
        </p:txBody>
      </p:sp>
      <p:sp>
        <p:nvSpPr>
          <p:cNvPr id="9219" name="Rectangle 7"/>
          <p:cNvSpPr>
            <a:spLocks noGrp="1" noChangeArrowheads="1"/>
          </p:cNvSpPr>
          <p:nvPr>
            <p:ph type="sldNum" sz="quarter" idx="5"/>
          </p:nvPr>
        </p:nvSpPr>
        <p:spPr>
          <a:noFill/>
        </p:spPr>
        <p:txBody>
          <a:bodyPr/>
          <a:lstStyle>
            <a:lvl1pPr defTabSz="966788">
              <a:spcBef>
                <a:spcPct val="30000"/>
              </a:spcBef>
              <a:defRPr sz="1200">
                <a:solidFill>
                  <a:schemeClr val="tx1"/>
                </a:solidFill>
                <a:latin typeface="Times New Roman" panose="02020603050405020304" pitchFamily="18" charset="0"/>
              </a:defRPr>
            </a:lvl1pPr>
            <a:lvl2pPr marL="742950" indent="-285750" defTabSz="966788">
              <a:spcBef>
                <a:spcPct val="30000"/>
              </a:spcBef>
              <a:defRPr sz="1200">
                <a:solidFill>
                  <a:schemeClr val="tx1"/>
                </a:solidFill>
                <a:latin typeface="Times New Roman" panose="02020603050405020304" pitchFamily="18" charset="0"/>
              </a:defRPr>
            </a:lvl2pPr>
            <a:lvl3pPr marL="1143000" indent="-228600" defTabSz="966788">
              <a:spcBef>
                <a:spcPct val="30000"/>
              </a:spcBef>
              <a:defRPr sz="1200">
                <a:solidFill>
                  <a:schemeClr val="tx1"/>
                </a:solidFill>
                <a:latin typeface="Times New Roman" panose="02020603050405020304" pitchFamily="18" charset="0"/>
              </a:defRPr>
            </a:lvl3pPr>
            <a:lvl4pPr marL="1600200" indent="-228600" defTabSz="966788">
              <a:spcBef>
                <a:spcPct val="30000"/>
              </a:spcBef>
              <a:defRPr sz="1200">
                <a:solidFill>
                  <a:schemeClr val="tx1"/>
                </a:solidFill>
                <a:latin typeface="Times New Roman" panose="02020603050405020304" pitchFamily="18" charset="0"/>
              </a:defRPr>
            </a:lvl4pPr>
            <a:lvl5pPr marL="2057400" indent="-228600" defTabSz="966788">
              <a:spcBef>
                <a:spcPct val="30000"/>
              </a:spcBef>
              <a:defRPr sz="1200">
                <a:solidFill>
                  <a:schemeClr val="tx1"/>
                </a:solidFill>
                <a:latin typeface="Times New Roman" panose="02020603050405020304" pitchFamily="18" charset="0"/>
              </a:defRPr>
            </a:lvl5pPr>
            <a:lvl6pPr marL="2514600" indent="-228600" defTabSz="96678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6678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6678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6678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20000"/>
              </a:spcBef>
            </a:pPr>
            <a:fld id="{14290847-8375-4770-866E-2B9A890F755A}" type="slidenum">
              <a:rPr lang="nl-NL" altLang="fr-FR" sz="1300" smtClean="0">
                <a:solidFill>
                  <a:srgbClr val="000066"/>
                </a:solidFill>
                <a:latin typeface="Arial" panose="020B0604020202020204" pitchFamily="34" charset="0"/>
              </a:rPr>
              <a:pPr>
                <a:spcBef>
                  <a:spcPct val="20000"/>
                </a:spcBef>
              </a:pPr>
              <a:t>1</a:t>
            </a:fld>
            <a:endParaRPr lang="nl-NL" altLang="fr-FR" sz="1300">
              <a:solidFill>
                <a:srgbClr val="000066"/>
              </a:solidFill>
              <a:latin typeface="Arial" panose="020B0604020202020204" pitchFamily="34" charset="0"/>
            </a:endParaRPr>
          </a:p>
        </p:txBody>
      </p:sp>
      <p:sp>
        <p:nvSpPr>
          <p:cNvPr id="9220" name="Rectangle 2"/>
          <p:cNvSpPr>
            <a:spLocks noGrp="1" noRot="1" noChangeAspect="1" noChangeArrowheads="1" noTextEdit="1"/>
          </p:cNvSpPr>
          <p:nvPr>
            <p:ph type="sldImg"/>
          </p:nvPr>
        </p:nvSpPr>
        <p:spPr>
          <a:xfrm>
            <a:off x="1258888" y="719138"/>
            <a:ext cx="4800600" cy="3600450"/>
          </a:xfrm>
          <a:ln/>
        </p:spPr>
      </p:sp>
      <p:sp>
        <p:nvSpPr>
          <p:cNvPr id="9221" name="Rectangle 3"/>
          <p:cNvSpPr>
            <a:spLocks noGrp="1" noChangeArrowheads="1"/>
          </p:cNvSpPr>
          <p:nvPr>
            <p:ph type="body" idx="1"/>
          </p:nvPr>
        </p:nvSpPr>
        <p:spPr>
          <a:xfrm>
            <a:off x="976313" y="4560888"/>
            <a:ext cx="5362575" cy="4321175"/>
          </a:xfrm>
        </p:spPr>
        <p:txBody>
          <a:bodyPr/>
          <a:lstStyle/>
          <a:p>
            <a:pPr algn="l">
              <a:buFont typeface="Wingdings" panose="05000000000000000000" pitchFamily="2" charset="2"/>
              <a:buNone/>
              <a:tabLst/>
            </a:pPr>
            <a:endParaRPr lang="en-GB" altLang="fr-FR"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spcBef>
                <a:spcPct val="20000"/>
              </a:spcBef>
              <a:buClr>
                <a:schemeClr val="accent1"/>
              </a:buClr>
              <a:buFont typeface="Wingdings" panose="05000000000000000000" pitchFamily="2" charset="2"/>
              <a:buNone/>
              <a:defRPr/>
            </a:pPr>
            <a:endParaRPr lang="en-US"/>
          </a:p>
        </p:txBody>
      </p:sp>
      <p:sp useBgFill="1">
        <p:nvSpPr>
          <p:cNvPr id="5" name="Rectangle à coins arrondis 4"/>
          <p:cNvSpPr/>
          <p:nvPr/>
        </p:nvSpPr>
        <p:spPr>
          <a:xfrm>
            <a:off x="65088" y="69850"/>
            <a:ext cx="9013825" cy="66913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hangingPunct="1">
              <a:spcBef>
                <a:spcPct val="20000"/>
              </a:spcBef>
              <a:buClr>
                <a:schemeClr val="accent1"/>
              </a:buClr>
              <a:buFont typeface="Wingdings" panose="05000000000000000000" pitchFamily="2" charset="2"/>
              <a:buNone/>
              <a:defRPr/>
            </a:pPr>
            <a:endParaRPr lang="en-US"/>
          </a:p>
        </p:txBody>
      </p:sp>
      <p:sp>
        <p:nvSpPr>
          <p:cNvPr id="6" name="Rectangle 5"/>
          <p:cNvSpPr/>
          <p:nvPr/>
        </p:nvSpPr>
        <p:spPr>
          <a:xfrm>
            <a:off x="63500" y="1449388"/>
            <a:ext cx="9020175"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spcBef>
                <a:spcPct val="20000"/>
              </a:spcBef>
              <a:buClr>
                <a:schemeClr val="accent1"/>
              </a:buClr>
              <a:buFont typeface="Wingdings" panose="05000000000000000000" pitchFamily="2" charset="2"/>
              <a:buNone/>
              <a:defRPr/>
            </a:pPr>
            <a:endParaRPr lang="en-US"/>
          </a:p>
        </p:txBody>
      </p:sp>
      <p:sp>
        <p:nvSpPr>
          <p:cNvPr id="7" name="Rectangle 6"/>
          <p:cNvSpPr/>
          <p:nvPr/>
        </p:nvSpPr>
        <p:spPr>
          <a:xfrm>
            <a:off x="63500" y="1397000"/>
            <a:ext cx="9020175"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spcBef>
                <a:spcPct val="20000"/>
              </a:spcBef>
              <a:buClr>
                <a:schemeClr val="accent1"/>
              </a:buClr>
              <a:buFont typeface="Wingdings" panose="05000000000000000000" pitchFamily="2" charset="2"/>
              <a:buNone/>
              <a:defRPr/>
            </a:pPr>
            <a:endParaRPr lang="en-US"/>
          </a:p>
        </p:txBody>
      </p:sp>
      <p:sp>
        <p:nvSpPr>
          <p:cNvPr id="10" name="Rectangle 9"/>
          <p:cNvSpPr/>
          <p:nvPr/>
        </p:nvSpPr>
        <p:spPr>
          <a:xfrm>
            <a:off x="63500" y="2976563"/>
            <a:ext cx="9020175"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spcBef>
                <a:spcPct val="20000"/>
              </a:spcBef>
              <a:buClr>
                <a:schemeClr val="accent1"/>
              </a:buClr>
              <a:buFont typeface="Wingdings" panose="05000000000000000000" pitchFamily="2" charset="2"/>
              <a:buNone/>
              <a:defRPr/>
            </a:pPr>
            <a:endParaRPr lang="en-US"/>
          </a:p>
        </p:txBody>
      </p:sp>
      <p:sp>
        <p:nvSpPr>
          <p:cNvPr id="9" name="Sous-titr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fr-FR"/>
              <a:t>Modifiez le style des sous-titres du masque</a:t>
            </a:r>
            <a:endParaRPr lang="en-US"/>
          </a:p>
        </p:txBody>
      </p:sp>
      <p:sp>
        <p:nvSpPr>
          <p:cNvPr id="8" name="Titr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lang="fr-FR"/>
              <a:t>Modifiez le style du titre</a:t>
            </a:r>
            <a:endParaRPr lang="en-US"/>
          </a:p>
        </p:txBody>
      </p:sp>
      <p:sp>
        <p:nvSpPr>
          <p:cNvPr id="11" name="Espace réservé de la date 27"/>
          <p:cNvSpPr>
            <a:spLocks noGrp="1"/>
          </p:cNvSpPr>
          <p:nvPr>
            <p:ph type="dt" sz="half" idx="10"/>
          </p:nvPr>
        </p:nvSpPr>
        <p:spPr/>
        <p:txBody>
          <a:bodyPr/>
          <a:lstStyle>
            <a:lvl1pPr>
              <a:defRPr/>
            </a:lvl1pPr>
          </a:lstStyle>
          <a:p>
            <a:pPr>
              <a:defRPr/>
            </a:pPr>
            <a:endParaRPr lang="en-US"/>
          </a:p>
        </p:txBody>
      </p:sp>
      <p:sp>
        <p:nvSpPr>
          <p:cNvPr id="12" name="Espace réservé du pied de page 16"/>
          <p:cNvSpPr>
            <a:spLocks noGrp="1"/>
          </p:cNvSpPr>
          <p:nvPr>
            <p:ph type="ftr" sz="quarter" idx="11"/>
          </p:nvPr>
        </p:nvSpPr>
        <p:spPr/>
        <p:txBody>
          <a:bodyPr/>
          <a:lstStyle>
            <a:lvl1pPr>
              <a:defRPr/>
            </a:lvl1pPr>
          </a:lstStyle>
          <a:p>
            <a:pPr>
              <a:defRPr/>
            </a:pPr>
            <a:endParaRPr lang="en-US"/>
          </a:p>
        </p:txBody>
      </p:sp>
      <p:sp>
        <p:nvSpPr>
          <p:cNvPr id="13" name="Espace réservé du numéro de diapositive 28"/>
          <p:cNvSpPr>
            <a:spLocks noGrp="1"/>
          </p:cNvSpPr>
          <p:nvPr>
            <p:ph type="sldNum" sz="quarter" idx="12"/>
          </p:nvPr>
        </p:nvSpPr>
        <p:spPr/>
        <p:txBody>
          <a:bodyPr/>
          <a:lstStyle>
            <a:lvl1pPr>
              <a:defRPr/>
            </a:lvl1pPr>
          </a:lstStyle>
          <a:p>
            <a:pPr>
              <a:defRPr/>
            </a:pPr>
            <a:fld id="{3C77D5CB-E928-48B2-B3D8-2ADAEC9F2555}" type="slidenum">
              <a:rPr lang="en-US" altLang="fr-FR"/>
              <a:pPr>
                <a:defRPr/>
              </a:pPr>
              <a:t>‹N°›</a:t>
            </a:fld>
            <a:endParaRPr lang="en-US" altLang="fr-FR"/>
          </a:p>
        </p:txBody>
      </p:sp>
    </p:spTree>
    <p:extLst>
      <p:ext uri="{BB962C8B-B14F-4D97-AF65-F5344CB8AC3E}">
        <p14:creationId xmlns:p14="http://schemas.microsoft.com/office/powerpoint/2010/main" val="1967395897"/>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US"/>
          </a:p>
        </p:txBody>
      </p:sp>
      <p:sp>
        <p:nvSpPr>
          <p:cNvPr id="8" name="Espace réservé du contenu 7"/>
          <p:cNvSpPr>
            <a:spLocks noGrp="1"/>
          </p:cNvSpPr>
          <p:nvPr>
            <p:ph sz="quarter" idx="1"/>
          </p:nvPr>
        </p:nvSpPr>
        <p:spPr>
          <a:xfrm>
            <a:off x="914400" y="1447800"/>
            <a:ext cx="7772400" cy="457200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13"/>
          <p:cNvSpPr>
            <a:spLocks noGrp="1"/>
          </p:cNvSpPr>
          <p:nvPr>
            <p:ph type="dt" sz="half" idx="10"/>
          </p:nvPr>
        </p:nvSpPr>
        <p:spPr/>
        <p:txBody>
          <a:bodyPr/>
          <a:lstStyle>
            <a:lvl1pPr>
              <a:defRPr/>
            </a:lvl1pPr>
          </a:lstStyle>
          <a:p>
            <a:pPr>
              <a:defRPr/>
            </a:pPr>
            <a:endParaRPr lang="en-US" dirty="0"/>
          </a:p>
        </p:txBody>
      </p:sp>
      <p:sp>
        <p:nvSpPr>
          <p:cNvPr id="5" name="Espace réservé du pied de page 2"/>
          <p:cNvSpPr>
            <a:spLocks noGrp="1"/>
          </p:cNvSpPr>
          <p:nvPr>
            <p:ph type="ftr" sz="quarter" idx="11"/>
          </p:nvPr>
        </p:nvSpPr>
        <p:spPr/>
        <p:txBody>
          <a:bodyPr/>
          <a:lstStyle>
            <a:lvl1pPr>
              <a:defRPr/>
            </a:lvl1pPr>
          </a:lstStyle>
          <a:p>
            <a:pPr>
              <a:defRPr/>
            </a:pPr>
            <a:endParaRPr lang="nl-NL" altLang="fr-FR"/>
          </a:p>
        </p:txBody>
      </p:sp>
      <p:sp>
        <p:nvSpPr>
          <p:cNvPr id="6" name="Espace réservé du numéro de diapositive 22"/>
          <p:cNvSpPr>
            <a:spLocks noGrp="1"/>
          </p:cNvSpPr>
          <p:nvPr>
            <p:ph type="sldNum" sz="quarter" idx="12"/>
          </p:nvPr>
        </p:nvSpPr>
        <p:spPr/>
        <p:txBody>
          <a:bodyPr/>
          <a:lstStyle>
            <a:lvl1pPr>
              <a:defRPr/>
            </a:lvl1pPr>
          </a:lstStyle>
          <a:p>
            <a:pPr>
              <a:defRPr/>
            </a:pPr>
            <a:fld id="{FF0B85D0-B1EF-4802-90CF-6693142D5209}" type="slidenum">
              <a:rPr lang="nl-NL" altLang="fr-FR"/>
              <a:pPr>
                <a:defRPr/>
              </a:pPr>
              <a:t>‹N°›</a:t>
            </a:fld>
            <a:endParaRPr lang="nl-NL" altLang="fr-FR"/>
          </a:p>
        </p:txBody>
      </p:sp>
    </p:spTree>
    <p:extLst>
      <p:ext uri="{BB962C8B-B14F-4D97-AF65-F5344CB8AC3E}">
        <p14:creationId xmlns:p14="http://schemas.microsoft.com/office/powerpoint/2010/main" val="1809293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spcBef>
                <a:spcPct val="20000"/>
              </a:spcBef>
              <a:buClr>
                <a:schemeClr val="accent1"/>
              </a:buClr>
              <a:buFont typeface="Wingdings" panose="05000000000000000000" pitchFamily="2" charset="2"/>
              <a:buNone/>
              <a:defRPr/>
            </a:pPr>
            <a:endParaRPr lang="en-US"/>
          </a:p>
        </p:txBody>
      </p:sp>
      <p:sp useBgFill="1">
        <p:nvSpPr>
          <p:cNvPr id="5" name="Rectangle à coins arrondis 4"/>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hangingPunct="1">
              <a:spcBef>
                <a:spcPct val="20000"/>
              </a:spcBef>
              <a:buClr>
                <a:schemeClr val="accent1"/>
              </a:buClr>
              <a:buFont typeface="Wingdings" panose="05000000000000000000" pitchFamily="2" charset="2"/>
              <a:buNone/>
              <a:defRPr/>
            </a:pPr>
            <a:endParaRPr lang="en-US"/>
          </a:p>
        </p:txBody>
      </p:sp>
      <p:sp>
        <p:nvSpPr>
          <p:cNvPr id="6" name="Rectangle 5"/>
          <p:cNvSpPr/>
          <p:nvPr/>
        </p:nvSpPr>
        <p:spPr>
          <a:xfrm flipV="1">
            <a:off x="69850" y="2376488"/>
            <a:ext cx="901382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spcBef>
                <a:spcPct val="20000"/>
              </a:spcBef>
              <a:buClr>
                <a:schemeClr val="accent1"/>
              </a:buClr>
              <a:buFont typeface="Wingdings" panose="05000000000000000000" pitchFamily="2" charset="2"/>
              <a:buNone/>
              <a:defRPr/>
            </a:pPr>
            <a:endParaRPr lang="en-US"/>
          </a:p>
        </p:txBody>
      </p:sp>
      <p:sp>
        <p:nvSpPr>
          <p:cNvPr id="7" name="Rectangle 6"/>
          <p:cNvSpPr/>
          <p:nvPr/>
        </p:nvSpPr>
        <p:spPr>
          <a:xfrm>
            <a:off x="69850" y="2341563"/>
            <a:ext cx="901382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spcBef>
                <a:spcPct val="20000"/>
              </a:spcBef>
              <a:buClr>
                <a:schemeClr val="accent1"/>
              </a:buClr>
              <a:buFont typeface="Wingdings" panose="05000000000000000000" pitchFamily="2" charset="2"/>
              <a:buNone/>
              <a:defRPr/>
            </a:pPr>
            <a:endParaRPr lang="en-US"/>
          </a:p>
        </p:txBody>
      </p:sp>
      <p:sp>
        <p:nvSpPr>
          <p:cNvPr id="8" name="Rectangle 7"/>
          <p:cNvSpPr/>
          <p:nvPr/>
        </p:nvSpPr>
        <p:spPr>
          <a:xfrm>
            <a:off x="68263" y="2468563"/>
            <a:ext cx="9015412" cy="4603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spcBef>
                <a:spcPct val="20000"/>
              </a:spcBef>
              <a:buClr>
                <a:schemeClr val="accent1"/>
              </a:buClr>
              <a:buFont typeface="Wingdings" panose="05000000000000000000" pitchFamily="2" charset="2"/>
              <a:buNone/>
              <a:defRPr/>
            </a:pPr>
            <a:endParaRPr lang="en-US"/>
          </a:p>
        </p:txBody>
      </p:sp>
      <p:sp>
        <p:nvSpPr>
          <p:cNvPr id="2" name="Titre 1"/>
          <p:cNvSpPr>
            <a:spLocks noGrp="1"/>
          </p:cNvSpPr>
          <p:nvPr>
            <p:ph type="title"/>
          </p:nvPr>
        </p:nvSpPr>
        <p:spPr>
          <a:xfrm>
            <a:off x="722313" y="952500"/>
            <a:ext cx="7772400" cy="1362075"/>
          </a:xfrm>
        </p:spPr>
        <p:txBody>
          <a:bodyPr/>
          <a:lstStyle>
            <a:lvl1pPr algn="l">
              <a:buNone/>
              <a:defRPr sz="4000" b="0" cap="none"/>
            </a:lvl1pPr>
          </a:lstStyle>
          <a:p>
            <a:r>
              <a:rPr lang="fr-FR"/>
              <a:t>Modifiez le style du titre</a:t>
            </a:r>
            <a:endParaRPr lang="en-US"/>
          </a:p>
        </p:txBody>
      </p:sp>
      <p:sp>
        <p:nvSpPr>
          <p:cNvPr id="3" name="Espace réservé du texte 2"/>
          <p:cNvSpPr>
            <a:spLocks noGrp="1"/>
          </p:cNvSpPr>
          <p:nvPr>
            <p:ph type="body" idx="1"/>
          </p:nvPr>
        </p:nvSpPr>
        <p:spPr>
          <a:xfrm>
            <a:off x="722313" y="2547938"/>
            <a:ext cx="7772400" cy="1338262"/>
          </a:xfrm>
        </p:spPr>
        <p:txBody>
          <a:bodyPr/>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fr-FR"/>
              <a:t>Modifiez les styles du texte du masque</a:t>
            </a:r>
          </a:p>
        </p:txBody>
      </p:sp>
      <p:sp>
        <p:nvSpPr>
          <p:cNvPr id="9" name="Espace réservé de la date 3"/>
          <p:cNvSpPr>
            <a:spLocks noGrp="1"/>
          </p:cNvSpPr>
          <p:nvPr>
            <p:ph type="dt" sz="half" idx="10"/>
          </p:nvPr>
        </p:nvSpPr>
        <p:spPr/>
        <p:txBody>
          <a:bodyPr/>
          <a:lstStyle>
            <a:lvl1pPr>
              <a:defRPr/>
            </a:lvl1pPr>
          </a:lstStyle>
          <a:p>
            <a:pPr>
              <a:defRPr/>
            </a:pPr>
            <a:endParaRPr lang="en-US"/>
          </a:p>
        </p:txBody>
      </p:sp>
      <p:sp>
        <p:nvSpPr>
          <p:cNvPr id="10" name="Espace réservé du pied de page 4"/>
          <p:cNvSpPr>
            <a:spLocks noGrp="1"/>
          </p:cNvSpPr>
          <p:nvPr>
            <p:ph type="ftr" sz="quarter" idx="11"/>
          </p:nvPr>
        </p:nvSpPr>
        <p:spPr>
          <a:xfrm>
            <a:off x="800100" y="6172200"/>
            <a:ext cx="4000500" cy="457200"/>
          </a:xfrm>
        </p:spPr>
        <p:txBody>
          <a:bodyPr/>
          <a:lstStyle>
            <a:lvl1pPr>
              <a:defRPr/>
            </a:lvl1pPr>
          </a:lstStyle>
          <a:p>
            <a:pPr>
              <a:defRPr/>
            </a:pPr>
            <a:endParaRPr lang="nl-NL" altLang="fr-FR"/>
          </a:p>
        </p:txBody>
      </p:sp>
      <p:sp>
        <p:nvSpPr>
          <p:cNvPr id="11" name="Espace réservé du numéro de diapositive 5"/>
          <p:cNvSpPr>
            <a:spLocks noGrp="1"/>
          </p:cNvSpPr>
          <p:nvPr>
            <p:ph type="sldNum" sz="quarter" idx="12"/>
          </p:nvPr>
        </p:nvSpPr>
        <p:spPr>
          <a:xfrm>
            <a:off x="146050" y="6208713"/>
            <a:ext cx="457200" cy="457200"/>
          </a:xfrm>
        </p:spPr>
        <p:txBody>
          <a:bodyPr/>
          <a:lstStyle>
            <a:lvl1pPr>
              <a:defRPr/>
            </a:lvl1pPr>
          </a:lstStyle>
          <a:p>
            <a:pPr>
              <a:defRPr/>
            </a:pPr>
            <a:fld id="{9F8F463D-4F90-438D-B663-803EDC7D48DC}" type="slidenum">
              <a:rPr lang="nl-NL" altLang="fr-FR"/>
              <a:pPr>
                <a:defRPr/>
              </a:pPr>
              <a:t>‹N°›</a:t>
            </a:fld>
            <a:endParaRPr lang="nl-NL" altLang="fr-FR"/>
          </a:p>
        </p:txBody>
      </p:sp>
    </p:spTree>
    <p:extLst>
      <p:ext uri="{BB962C8B-B14F-4D97-AF65-F5344CB8AC3E}">
        <p14:creationId xmlns:p14="http://schemas.microsoft.com/office/powerpoint/2010/main" val="2089067676"/>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US"/>
          </a:p>
        </p:txBody>
      </p:sp>
      <p:sp>
        <p:nvSpPr>
          <p:cNvPr id="9" name="Espace réservé du contenu 8"/>
          <p:cNvSpPr>
            <a:spLocks noGrp="1"/>
          </p:cNvSpPr>
          <p:nvPr>
            <p:ph sz="quarter" idx="1"/>
          </p:nvPr>
        </p:nvSpPr>
        <p:spPr>
          <a:xfrm>
            <a:off x="914400" y="1447800"/>
            <a:ext cx="3749040" cy="457200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1" name="Espace réservé du contenu 10"/>
          <p:cNvSpPr>
            <a:spLocks noGrp="1"/>
          </p:cNvSpPr>
          <p:nvPr>
            <p:ph sz="quarter" idx="2"/>
          </p:nvPr>
        </p:nvSpPr>
        <p:spPr>
          <a:xfrm>
            <a:off x="4933950" y="1447800"/>
            <a:ext cx="3749040" cy="457200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e la date 13"/>
          <p:cNvSpPr>
            <a:spLocks noGrp="1"/>
          </p:cNvSpPr>
          <p:nvPr>
            <p:ph type="dt" sz="half" idx="10"/>
          </p:nvPr>
        </p:nvSpPr>
        <p:spPr/>
        <p:txBody>
          <a:bodyPr/>
          <a:lstStyle>
            <a:lvl1pPr>
              <a:defRPr/>
            </a:lvl1pPr>
          </a:lstStyle>
          <a:p>
            <a:pPr>
              <a:defRPr/>
            </a:pPr>
            <a:endParaRPr lang="en-US" dirty="0"/>
          </a:p>
        </p:txBody>
      </p:sp>
      <p:sp>
        <p:nvSpPr>
          <p:cNvPr id="6" name="Espace réservé du pied de page 2"/>
          <p:cNvSpPr>
            <a:spLocks noGrp="1"/>
          </p:cNvSpPr>
          <p:nvPr>
            <p:ph type="ftr" sz="quarter" idx="11"/>
          </p:nvPr>
        </p:nvSpPr>
        <p:spPr/>
        <p:txBody>
          <a:bodyPr/>
          <a:lstStyle>
            <a:lvl1pPr>
              <a:defRPr/>
            </a:lvl1pPr>
          </a:lstStyle>
          <a:p>
            <a:pPr>
              <a:defRPr/>
            </a:pPr>
            <a:endParaRPr lang="nl-NL" altLang="fr-FR"/>
          </a:p>
        </p:txBody>
      </p:sp>
      <p:sp>
        <p:nvSpPr>
          <p:cNvPr id="7" name="Espace réservé du numéro de diapositive 22"/>
          <p:cNvSpPr>
            <a:spLocks noGrp="1"/>
          </p:cNvSpPr>
          <p:nvPr>
            <p:ph type="sldNum" sz="quarter" idx="12"/>
          </p:nvPr>
        </p:nvSpPr>
        <p:spPr/>
        <p:txBody>
          <a:bodyPr/>
          <a:lstStyle>
            <a:lvl1pPr>
              <a:defRPr/>
            </a:lvl1pPr>
          </a:lstStyle>
          <a:p>
            <a:pPr>
              <a:defRPr/>
            </a:pPr>
            <a:fld id="{480A6631-DD4C-45C3-97A0-6AFA10140259}" type="slidenum">
              <a:rPr lang="nl-NL" altLang="fr-FR"/>
              <a:pPr>
                <a:defRPr/>
              </a:pPr>
              <a:t>‹N°›</a:t>
            </a:fld>
            <a:endParaRPr lang="nl-NL" altLang="fr-FR"/>
          </a:p>
        </p:txBody>
      </p:sp>
    </p:spTree>
    <p:extLst>
      <p:ext uri="{BB962C8B-B14F-4D97-AF65-F5344CB8AC3E}">
        <p14:creationId xmlns:p14="http://schemas.microsoft.com/office/powerpoint/2010/main" val="42214561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914400" y="273050"/>
            <a:ext cx="7772400" cy="1143000"/>
          </a:xfrm>
        </p:spPr>
        <p:txBody>
          <a:bodyPr/>
          <a:lstStyle>
            <a:lvl1pPr>
              <a:defRPr/>
            </a:lvl1pPr>
          </a:lstStyle>
          <a:p>
            <a:r>
              <a:rPr lang="fr-FR"/>
              <a:t>Modifiez le style du titre</a:t>
            </a:r>
            <a:endParaRPr lang="en-US"/>
          </a:p>
        </p:txBody>
      </p:sp>
      <p:sp>
        <p:nvSpPr>
          <p:cNvPr id="3" name="Espace réservé du texte 2"/>
          <p:cNvSpPr>
            <a:spLocks noGrp="1"/>
          </p:cNvSpPr>
          <p:nvPr>
            <p:ph type="body" idx="1"/>
          </p:nvPr>
        </p:nvSpPr>
        <p:spPr>
          <a:xfrm>
            <a:off x="9144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fr-FR"/>
              <a:t>Modifiez les styles du texte du masque</a:t>
            </a:r>
          </a:p>
        </p:txBody>
      </p:sp>
      <p:sp>
        <p:nvSpPr>
          <p:cNvPr id="4" name="Espace réservé du texte 3"/>
          <p:cNvSpPr>
            <a:spLocks noGrp="1"/>
          </p:cNvSpPr>
          <p:nvPr>
            <p:ph type="body" sz="half" idx="3"/>
          </p:nvPr>
        </p:nvSpPr>
        <p:spPr>
          <a:xfrm>
            <a:off x="49530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fr-FR"/>
              <a:t>Modifiez les styles du texte du masque</a:t>
            </a:r>
          </a:p>
        </p:txBody>
      </p:sp>
      <p:sp>
        <p:nvSpPr>
          <p:cNvPr id="11" name="Espace réservé du contenu 10"/>
          <p:cNvSpPr>
            <a:spLocks noGrp="1"/>
          </p:cNvSpPr>
          <p:nvPr>
            <p:ph sz="half" idx="2"/>
          </p:nvPr>
        </p:nvSpPr>
        <p:spPr>
          <a:xfrm>
            <a:off x="914400" y="2247900"/>
            <a:ext cx="3733800" cy="388620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3" name="Espace réservé du contenu 12"/>
          <p:cNvSpPr>
            <a:spLocks noGrp="1"/>
          </p:cNvSpPr>
          <p:nvPr>
            <p:ph sz="half" idx="4"/>
          </p:nvPr>
        </p:nvSpPr>
        <p:spPr>
          <a:xfrm>
            <a:off x="4953000" y="2247900"/>
            <a:ext cx="3733800" cy="388620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7" name="Espace réservé de la date 13"/>
          <p:cNvSpPr>
            <a:spLocks noGrp="1"/>
          </p:cNvSpPr>
          <p:nvPr>
            <p:ph type="dt" sz="half" idx="10"/>
          </p:nvPr>
        </p:nvSpPr>
        <p:spPr/>
        <p:txBody>
          <a:bodyPr/>
          <a:lstStyle>
            <a:lvl1pPr>
              <a:defRPr/>
            </a:lvl1pPr>
          </a:lstStyle>
          <a:p>
            <a:pPr>
              <a:defRPr/>
            </a:pPr>
            <a:endParaRPr lang="en-US" dirty="0"/>
          </a:p>
        </p:txBody>
      </p:sp>
      <p:sp>
        <p:nvSpPr>
          <p:cNvPr id="8" name="Espace réservé du pied de page 2"/>
          <p:cNvSpPr>
            <a:spLocks noGrp="1"/>
          </p:cNvSpPr>
          <p:nvPr>
            <p:ph type="ftr" sz="quarter" idx="11"/>
          </p:nvPr>
        </p:nvSpPr>
        <p:spPr/>
        <p:txBody>
          <a:bodyPr/>
          <a:lstStyle>
            <a:lvl1pPr>
              <a:defRPr/>
            </a:lvl1pPr>
          </a:lstStyle>
          <a:p>
            <a:pPr>
              <a:defRPr/>
            </a:pPr>
            <a:endParaRPr lang="nl-NL" altLang="fr-FR"/>
          </a:p>
        </p:txBody>
      </p:sp>
      <p:sp>
        <p:nvSpPr>
          <p:cNvPr id="9" name="Espace réservé du numéro de diapositive 22"/>
          <p:cNvSpPr>
            <a:spLocks noGrp="1"/>
          </p:cNvSpPr>
          <p:nvPr>
            <p:ph type="sldNum" sz="quarter" idx="12"/>
          </p:nvPr>
        </p:nvSpPr>
        <p:spPr/>
        <p:txBody>
          <a:bodyPr/>
          <a:lstStyle>
            <a:lvl1pPr>
              <a:defRPr/>
            </a:lvl1pPr>
          </a:lstStyle>
          <a:p>
            <a:pPr>
              <a:defRPr/>
            </a:pPr>
            <a:fld id="{FF9822CF-C902-4B7C-A588-49EB9F53FADB}" type="slidenum">
              <a:rPr lang="nl-NL" altLang="fr-FR"/>
              <a:pPr>
                <a:defRPr/>
              </a:pPr>
              <a:t>‹N°›</a:t>
            </a:fld>
            <a:endParaRPr lang="nl-NL" altLang="fr-FR"/>
          </a:p>
        </p:txBody>
      </p:sp>
    </p:spTree>
    <p:extLst>
      <p:ext uri="{BB962C8B-B14F-4D97-AF65-F5344CB8AC3E}">
        <p14:creationId xmlns:p14="http://schemas.microsoft.com/office/powerpoint/2010/main" val="40368085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US"/>
          </a:p>
        </p:txBody>
      </p:sp>
      <p:sp>
        <p:nvSpPr>
          <p:cNvPr id="3" name="Espace réservé de la date 13"/>
          <p:cNvSpPr>
            <a:spLocks noGrp="1"/>
          </p:cNvSpPr>
          <p:nvPr>
            <p:ph type="dt" sz="half" idx="10"/>
          </p:nvPr>
        </p:nvSpPr>
        <p:spPr/>
        <p:txBody>
          <a:bodyPr/>
          <a:lstStyle>
            <a:lvl1pPr>
              <a:defRPr/>
            </a:lvl1pPr>
          </a:lstStyle>
          <a:p>
            <a:pPr>
              <a:defRPr/>
            </a:pPr>
            <a:endParaRPr lang="en-US" dirty="0"/>
          </a:p>
        </p:txBody>
      </p:sp>
      <p:sp>
        <p:nvSpPr>
          <p:cNvPr id="4" name="Espace réservé du pied de page 2"/>
          <p:cNvSpPr>
            <a:spLocks noGrp="1"/>
          </p:cNvSpPr>
          <p:nvPr>
            <p:ph type="ftr" sz="quarter" idx="11"/>
          </p:nvPr>
        </p:nvSpPr>
        <p:spPr/>
        <p:txBody>
          <a:bodyPr/>
          <a:lstStyle>
            <a:lvl1pPr>
              <a:defRPr/>
            </a:lvl1pPr>
          </a:lstStyle>
          <a:p>
            <a:pPr>
              <a:defRPr/>
            </a:pPr>
            <a:endParaRPr lang="nl-NL" altLang="fr-FR"/>
          </a:p>
        </p:txBody>
      </p:sp>
      <p:sp>
        <p:nvSpPr>
          <p:cNvPr id="5" name="Espace réservé du numéro de diapositive 22"/>
          <p:cNvSpPr>
            <a:spLocks noGrp="1"/>
          </p:cNvSpPr>
          <p:nvPr>
            <p:ph type="sldNum" sz="quarter" idx="12"/>
          </p:nvPr>
        </p:nvSpPr>
        <p:spPr/>
        <p:txBody>
          <a:bodyPr/>
          <a:lstStyle>
            <a:lvl1pPr>
              <a:defRPr/>
            </a:lvl1pPr>
          </a:lstStyle>
          <a:p>
            <a:pPr>
              <a:defRPr/>
            </a:pPr>
            <a:fld id="{D7BF8522-FCF6-4A16-B9A8-CB528F3B9980}" type="slidenum">
              <a:rPr lang="nl-NL" altLang="fr-FR"/>
              <a:pPr>
                <a:defRPr/>
              </a:pPr>
              <a:t>‹N°›</a:t>
            </a:fld>
            <a:endParaRPr lang="nl-NL" altLang="fr-FR"/>
          </a:p>
        </p:txBody>
      </p:sp>
    </p:spTree>
    <p:extLst>
      <p:ext uri="{BB962C8B-B14F-4D97-AF65-F5344CB8AC3E}">
        <p14:creationId xmlns:p14="http://schemas.microsoft.com/office/powerpoint/2010/main" val="29712942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3"/>
          <p:cNvSpPr>
            <a:spLocks noGrp="1"/>
          </p:cNvSpPr>
          <p:nvPr>
            <p:ph type="dt" sz="half" idx="10"/>
          </p:nvPr>
        </p:nvSpPr>
        <p:spPr/>
        <p:txBody>
          <a:bodyPr/>
          <a:lstStyle>
            <a:lvl1pPr>
              <a:defRPr/>
            </a:lvl1pPr>
          </a:lstStyle>
          <a:p>
            <a:pPr>
              <a:defRPr/>
            </a:pPr>
            <a:endParaRPr lang="en-US" dirty="0"/>
          </a:p>
        </p:txBody>
      </p:sp>
      <p:sp>
        <p:nvSpPr>
          <p:cNvPr id="3" name="Espace réservé du pied de page 2"/>
          <p:cNvSpPr>
            <a:spLocks noGrp="1"/>
          </p:cNvSpPr>
          <p:nvPr>
            <p:ph type="ftr" sz="quarter" idx="11"/>
          </p:nvPr>
        </p:nvSpPr>
        <p:spPr/>
        <p:txBody>
          <a:bodyPr/>
          <a:lstStyle>
            <a:lvl1pPr>
              <a:defRPr/>
            </a:lvl1pPr>
          </a:lstStyle>
          <a:p>
            <a:pPr>
              <a:defRPr/>
            </a:pPr>
            <a:endParaRPr lang="nl-NL" altLang="fr-FR"/>
          </a:p>
        </p:txBody>
      </p:sp>
      <p:sp>
        <p:nvSpPr>
          <p:cNvPr id="4" name="Espace réservé du numéro de diapositive 22"/>
          <p:cNvSpPr>
            <a:spLocks noGrp="1"/>
          </p:cNvSpPr>
          <p:nvPr>
            <p:ph type="sldNum" sz="quarter" idx="12"/>
          </p:nvPr>
        </p:nvSpPr>
        <p:spPr/>
        <p:txBody>
          <a:bodyPr/>
          <a:lstStyle>
            <a:lvl1pPr>
              <a:defRPr/>
            </a:lvl1pPr>
          </a:lstStyle>
          <a:p>
            <a:pPr>
              <a:defRPr/>
            </a:pPr>
            <a:fld id="{A1F662B1-CDE2-4377-80C3-58629C3B13F2}" type="slidenum">
              <a:rPr lang="nl-NL" altLang="fr-FR"/>
              <a:pPr>
                <a:defRPr/>
              </a:pPr>
              <a:t>‹N°›</a:t>
            </a:fld>
            <a:endParaRPr lang="nl-NL" altLang="fr-FR"/>
          </a:p>
        </p:txBody>
      </p:sp>
    </p:spTree>
    <p:extLst>
      <p:ext uri="{BB962C8B-B14F-4D97-AF65-F5344CB8AC3E}">
        <p14:creationId xmlns:p14="http://schemas.microsoft.com/office/powerpoint/2010/main" val="31845996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spcBef>
                <a:spcPct val="20000"/>
              </a:spcBef>
              <a:buClr>
                <a:schemeClr val="accent1"/>
              </a:buClr>
              <a:buFont typeface="Wingdings" panose="05000000000000000000" pitchFamily="2" charset="2"/>
              <a:buNone/>
              <a:defRPr/>
            </a:pPr>
            <a:endParaRPr lang="en-US"/>
          </a:p>
        </p:txBody>
      </p:sp>
      <p:sp useBgFill="1">
        <p:nvSpPr>
          <p:cNvPr id="6" name="Rectangle à coins arrondis 5"/>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hangingPunct="1">
              <a:spcBef>
                <a:spcPct val="20000"/>
              </a:spcBef>
              <a:buClr>
                <a:schemeClr val="accent1"/>
              </a:buClr>
              <a:buFont typeface="Wingdings" panose="05000000000000000000" pitchFamily="2" charset="2"/>
              <a:buNone/>
              <a:defRPr/>
            </a:pPr>
            <a:endParaRPr lang="en-US"/>
          </a:p>
        </p:txBody>
      </p:sp>
      <p:sp>
        <p:nvSpPr>
          <p:cNvPr id="2" name="Titre 1"/>
          <p:cNvSpPr>
            <a:spLocks noGrp="1"/>
          </p:cNvSpPr>
          <p:nvPr>
            <p:ph type="title"/>
          </p:nvPr>
        </p:nvSpPr>
        <p:spPr>
          <a:xfrm>
            <a:off x="914400" y="273050"/>
            <a:ext cx="7772400" cy="1143000"/>
          </a:xfrm>
        </p:spPr>
        <p:txBody>
          <a:bodyPr/>
          <a:lstStyle>
            <a:lvl1pPr algn="l">
              <a:buNone/>
              <a:defRPr sz="4000" b="0"/>
            </a:lvl1pPr>
          </a:lstStyle>
          <a:p>
            <a:r>
              <a:rPr lang="fr-FR"/>
              <a:t>Modifiez le style du titre</a:t>
            </a:r>
            <a:endParaRPr lang="en-US"/>
          </a:p>
        </p:txBody>
      </p:sp>
      <p:sp>
        <p:nvSpPr>
          <p:cNvPr id="3" name="Espace réservé du texte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fr-FR"/>
              <a:t>Modifiez les styles du texte du masque</a:t>
            </a:r>
          </a:p>
        </p:txBody>
      </p:sp>
      <p:sp>
        <p:nvSpPr>
          <p:cNvPr id="11" name="Espace réservé du contenu 10"/>
          <p:cNvSpPr>
            <a:spLocks noGrp="1"/>
          </p:cNvSpPr>
          <p:nvPr>
            <p:ph sz="quarter" idx="1"/>
          </p:nvPr>
        </p:nvSpPr>
        <p:spPr>
          <a:xfrm>
            <a:off x="2971800" y="1600200"/>
            <a:ext cx="5715000" cy="449580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7" name="Espace réservé de la date 4"/>
          <p:cNvSpPr>
            <a:spLocks noGrp="1"/>
          </p:cNvSpPr>
          <p:nvPr>
            <p:ph type="dt" sz="half" idx="10"/>
          </p:nvPr>
        </p:nvSpPr>
        <p:spPr/>
        <p:txBody>
          <a:bodyPr/>
          <a:lstStyle>
            <a:lvl1pPr>
              <a:defRPr/>
            </a:lvl1pPr>
          </a:lstStyle>
          <a:p>
            <a:pPr>
              <a:defRPr/>
            </a:pPr>
            <a:endParaRPr lang="en-US"/>
          </a:p>
        </p:txBody>
      </p:sp>
      <p:sp>
        <p:nvSpPr>
          <p:cNvPr id="8" name="Espace réservé du pied de page 5"/>
          <p:cNvSpPr>
            <a:spLocks noGrp="1"/>
          </p:cNvSpPr>
          <p:nvPr>
            <p:ph type="ftr" sz="quarter" idx="11"/>
          </p:nvPr>
        </p:nvSpPr>
        <p:spPr/>
        <p:txBody>
          <a:bodyPr/>
          <a:lstStyle>
            <a:lvl1pPr>
              <a:defRPr/>
            </a:lvl1pPr>
          </a:lstStyle>
          <a:p>
            <a:pPr>
              <a:defRPr/>
            </a:pPr>
            <a:endParaRPr lang="nl-NL" altLang="fr-FR"/>
          </a:p>
        </p:txBody>
      </p:sp>
      <p:sp>
        <p:nvSpPr>
          <p:cNvPr id="9" name="Espace réservé du numéro de diapositive 6"/>
          <p:cNvSpPr>
            <a:spLocks noGrp="1"/>
          </p:cNvSpPr>
          <p:nvPr>
            <p:ph type="sldNum" sz="quarter" idx="12"/>
          </p:nvPr>
        </p:nvSpPr>
        <p:spPr/>
        <p:txBody>
          <a:bodyPr/>
          <a:lstStyle>
            <a:lvl1pPr>
              <a:defRPr/>
            </a:lvl1pPr>
          </a:lstStyle>
          <a:p>
            <a:pPr>
              <a:defRPr/>
            </a:pPr>
            <a:fld id="{4DDAF035-7B39-4F02-821A-510F8190261B}" type="slidenum">
              <a:rPr lang="nl-NL" altLang="fr-FR"/>
              <a:pPr>
                <a:defRPr/>
              </a:pPr>
              <a:t>‹N°›</a:t>
            </a:fld>
            <a:endParaRPr lang="nl-NL" altLang="fr-FR"/>
          </a:p>
        </p:txBody>
      </p:sp>
    </p:spTree>
    <p:extLst>
      <p:ext uri="{BB962C8B-B14F-4D97-AF65-F5344CB8AC3E}">
        <p14:creationId xmlns:p14="http://schemas.microsoft.com/office/powerpoint/2010/main" val="14703623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5" name="Rectangle 4"/>
          <p:cNvSpPr/>
          <p:nvPr/>
        </p:nvSpPr>
        <p:spPr>
          <a:xfrm flipV="1">
            <a:off x="68263" y="4683125"/>
            <a:ext cx="900747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spcBef>
                <a:spcPct val="20000"/>
              </a:spcBef>
              <a:buClr>
                <a:schemeClr val="accent1"/>
              </a:buClr>
              <a:buFont typeface="Wingdings" panose="05000000000000000000" pitchFamily="2" charset="2"/>
              <a:buNone/>
              <a:defRPr/>
            </a:pPr>
            <a:endParaRPr lang="en-US"/>
          </a:p>
        </p:txBody>
      </p:sp>
      <p:sp>
        <p:nvSpPr>
          <p:cNvPr id="6" name="Rectangle 5"/>
          <p:cNvSpPr/>
          <p:nvPr/>
        </p:nvSpPr>
        <p:spPr>
          <a:xfrm>
            <a:off x="68263" y="4649788"/>
            <a:ext cx="900747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spcBef>
                <a:spcPct val="20000"/>
              </a:spcBef>
              <a:buClr>
                <a:schemeClr val="accent1"/>
              </a:buClr>
              <a:buFont typeface="Wingdings" panose="05000000000000000000" pitchFamily="2" charset="2"/>
              <a:buNone/>
              <a:defRPr/>
            </a:pPr>
            <a:endParaRPr lang="en-US"/>
          </a:p>
        </p:txBody>
      </p:sp>
      <p:sp>
        <p:nvSpPr>
          <p:cNvPr id="7" name="Rectangle 6"/>
          <p:cNvSpPr/>
          <p:nvPr/>
        </p:nvSpPr>
        <p:spPr>
          <a:xfrm>
            <a:off x="68263" y="4773613"/>
            <a:ext cx="9007475" cy="476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spcBef>
                <a:spcPct val="20000"/>
              </a:spcBef>
              <a:buClr>
                <a:schemeClr val="accent1"/>
              </a:buClr>
              <a:buFont typeface="Wingdings" panose="05000000000000000000" pitchFamily="2" charset="2"/>
              <a:buNone/>
              <a:defRPr/>
            </a:pPr>
            <a:endParaRPr lang="en-US"/>
          </a:p>
        </p:txBody>
      </p:sp>
      <p:sp>
        <p:nvSpPr>
          <p:cNvPr id="2" name="Titre 1"/>
          <p:cNvSpPr>
            <a:spLocks noGrp="1"/>
          </p:cNvSpPr>
          <p:nvPr>
            <p:ph type="title"/>
          </p:nvPr>
        </p:nvSpPr>
        <p:spPr>
          <a:xfrm>
            <a:off x="914400" y="4900550"/>
            <a:ext cx="7315200" cy="522288"/>
          </a:xfrm>
        </p:spPr>
        <p:txBody>
          <a:bodyPr anchor="ctr">
            <a:noAutofit/>
          </a:bodyPr>
          <a:lstStyle>
            <a:lvl1pPr algn="l">
              <a:buNone/>
              <a:defRPr sz="2800" b="0"/>
            </a:lvl1pPr>
          </a:lstStyle>
          <a:p>
            <a:r>
              <a:rPr lang="fr-FR"/>
              <a:t>Modifiez le style du titre</a:t>
            </a:r>
            <a:endParaRPr lang="en-US"/>
          </a:p>
        </p:txBody>
      </p:sp>
      <p:sp>
        <p:nvSpPr>
          <p:cNvPr id="4" name="Espace réservé du texte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fr-FR"/>
              <a:t>Modifiez les styles du texte du masque</a:t>
            </a:r>
          </a:p>
        </p:txBody>
      </p:sp>
      <p:sp>
        <p:nvSpPr>
          <p:cNvPr id="3" name="Espace réservé pour une image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3200"/>
            </a:lvl1pPr>
          </a:lstStyle>
          <a:p>
            <a:pPr lvl="0"/>
            <a:r>
              <a:rPr lang="fr-FR" noProof="0"/>
              <a:t>Cliquez sur l'icône pour ajouter une image</a:t>
            </a:r>
            <a:endParaRPr lang="en-US" noProof="0" dirty="0"/>
          </a:p>
        </p:txBody>
      </p:sp>
      <p:sp>
        <p:nvSpPr>
          <p:cNvPr id="8" name="Espace réservé de la date 4"/>
          <p:cNvSpPr>
            <a:spLocks noGrp="1"/>
          </p:cNvSpPr>
          <p:nvPr>
            <p:ph type="dt" sz="half" idx="10"/>
          </p:nvPr>
        </p:nvSpPr>
        <p:spPr/>
        <p:txBody>
          <a:bodyPr/>
          <a:lstStyle>
            <a:lvl1pPr>
              <a:defRPr/>
            </a:lvl1pPr>
          </a:lstStyle>
          <a:p>
            <a:pPr>
              <a:defRPr/>
            </a:pPr>
            <a:endParaRPr lang="en-US"/>
          </a:p>
        </p:txBody>
      </p:sp>
      <p:sp>
        <p:nvSpPr>
          <p:cNvPr id="9" name="Espace réservé du pied de page 5"/>
          <p:cNvSpPr>
            <a:spLocks noGrp="1"/>
          </p:cNvSpPr>
          <p:nvPr>
            <p:ph type="ftr" sz="quarter" idx="11"/>
          </p:nvPr>
        </p:nvSpPr>
        <p:spPr>
          <a:xfrm>
            <a:off x="914400" y="6172200"/>
            <a:ext cx="3886200" cy="457200"/>
          </a:xfrm>
        </p:spPr>
        <p:txBody>
          <a:bodyPr/>
          <a:lstStyle>
            <a:lvl1pPr>
              <a:defRPr/>
            </a:lvl1pPr>
          </a:lstStyle>
          <a:p>
            <a:pPr>
              <a:defRPr/>
            </a:pPr>
            <a:endParaRPr lang="nl-NL" altLang="fr-FR"/>
          </a:p>
        </p:txBody>
      </p:sp>
      <p:sp>
        <p:nvSpPr>
          <p:cNvPr id="10" name="Espace réservé du numéro de diapositive 6"/>
          <p:cNvSpPr>
            <a:spLocks noGrp="1"/>
          </p:cNvSpPr>
          <p:nvPr>
            <p:ph type="sldNum" sz="quarter" idx="12"/>
          </p:nvPr>
        </p:nvSpPr>
        <p:spPr>
          <a:xfrm>
            <a:off x="146050" y="6208713"/>
            <a:ext cx="457200" cy="457200"/>
          </a:xfrm>
        </p:spPr>
        <p:txBody>
          <a:bodyPr/>
          <a:lstStyle>
            <a:lvl1pPr>
              <a:defRPr/>
            </a:lvl1pPr>
          </a:lstStyle>
          <a:p>
            <a:pPr>
              <a:defRPr/>
            </a:pPr>
            <a:fld id="{CC464525-5F46-4FE9-A67A-4F753E7A51EA}" type="slidenum">
              <a:rPr lang="nl-NL" altLang="fr-FR"/>
              <a:pPr>
                <a:defRPr/>
              </a:pPr>
              <a:t>‹N°›</a:t>
            </a:fld>
            <a:endParaRPr lang="nl-NL" altLang="fr-FR"/>
          </a:p>
        </p:txBody>
      </p:sp>
    </p:spTree>
    <p:extLst>
      <p:ext uri="{BB962C8B-B14F-4D97-AF65-F5344CB8AC3E}">
        <p14:creationId xmlns:p14="http://schemas.microsoft.com/office/powerpoint/2010/main" val="29320575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US"/>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13"/>
          <p:cNvSpPr>
            <a:spLocks noGrp="1"/>
          </p:cNvSpPr>
          <p:nvPr>
            <p:ph type="dt" sz="half" idx="10"/>
          </p:nvPr>
        </p:nvSpPr>
        <p:spPr/>
        <p:txBody>
          <a:bodyPr/>
          <a:lstStyle>
            <a:lvl1pPr>
              <a:defRPr/>
            </a:lvl1pPr>
          </a:lstStyle>
          <a:p>
            <a:pPr>
              <a:defRPr/>
            </a:pPr>
            <a:endParaRPr lang="en-US" dirty="0"/>
          </a:p>
        </p:txBody>
      </p:sp>
      <p:sp>
        <p:nvSpPr>
          <p:cNvPr id="5" name="Espace réservé du pied de page 2"/>
          <p:cNvSpPr>
            <a:spLocks noGrp="1"/>
          </p:cNvSpPr>
          <p:nvPr>
            <p:ph type="ftr" sz="quarter" idx="11"/>
          </p:nvPr>
        </p:nvSpPr>
        <p:spPr/>
        <p:txBody>
          <a:bodyPr/>
          <a:lstStyle>
            <a:lvl1pPr>
              <a:defRPr/>
            </a:lvl1pPr>
          </a:lstStyle>
          <a:p>
            <a:pPr>
              <a:defRPr/>
            </a:pPr>
            <a:endParaRPr lang="nl-NL" altLang="fr-FR"/>
          </a:p>
        </p:txBody>
      </p:sp>
      <p:sp>
        <p:nvSpPr>
          <p:cNvPr id="6" name="Espace réservé du numéro de diapositive 22"/>
          <p:cNvSpPr>
            <a:spLocks noGrp="1"/>
          </p:cNvSpPr>
          <p:nvPr>
            <p:ph type="sldNum" sz="quarter" idx="12"/>
          </p:nvPr>
        </p:nvSpPr>
        <p:spPr/>
        <p:txBody>
          <a:bodyPr/>
          <a:lstStyle>
            <a:lvl1pPr>
              <a:defRPr/>
            </a:lvl1pPr>
          </a:lstStyle>
          <a:p>
            <a:pPr>
              <a:defRPr/>
            </a:pPr>
            <a:fld id="{1FB45D94-77B4-417B-A8A8-DD8444A92E5B}" type="slidenum">
              <a:rPr lang="nl-NL" altLang="fr-FR"/>
              <a:pPr>
                <a:defRPr/>
              </a:pPr>
              <a:t>‹N°›</a:t>
            </a:fld>
            <a:endParaRPr lang="nl-NL" altLang="fr-FR"/>
          </a:p>
        </p:txBody>
      </p:sp>
    </p:spTree>
    <p:extLst>
      <p:ext uri="{BB962C8B-B14F-4D97-AF65-F5344CB8AC3E}">
        <p14:creationId xmlns:p14="http://schemas.microsoft.com/office/powerpoint/2010/main" val="8666349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41"/>
            <a:ext cx="2011680" cy="5851525"/>
          </a:xfrm>
        </p:spPr>
        <p:txBody>
          <a:bodyPr vert="eaVert"/>
          <a:lstStyle/>
          <a:p>
            <a:r>
              <a:rPr lang="fr-FR"/>
              <a:t>Modifiez le style du titre</a:t>
            </a:r>
            <a:endParaRPr lang="en-US"/>
          </a:p>
        </p:txBody>
      </p:sp>
      <p:sp>
        <p:nvSpPr>
          <p:cNvPr id="3" name="Espace réservé du texte vertical 2"/>
          <p:cNvSpPr>
            <a:spLocks noGrp="1"/>
          </p:cNvSpPr>
          <p:nvPr>
            <p:ph type="body" orient="vert" idx="1"/>
          </p:nvPr>
        </p:nvSpPr>
        <p:spPr>
          <a:xfrm>
            <a:off x="914400" y="274640"/>
            <a:ext cx="5562600" cy="5851525"/>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13"/>
          <p:cNvSpPr>
            <a:spLocks noGrp="1"/>
          </p:cNvSpPr>
          <p:nvPr>
            <p:ph type="dt" sz="half" idx="10"/>
          </p:nvPr>
        </p:nvSpPr>
        <p:spPr/>
        <p:txBody>
          <a:bodyPr/>
          <a:lstStyle>
            <a:lvl1pPr>
              <a:defRPr/>
            </a:lvl1pPr>
          </a:lstStyle>
          <a:p>
            <a:pPr>
              <a:defRPr/>
            </a:pPr>
            <a:endParaRPr lang="en-US" dirty="0"/>
          </a:p>
        </p:txBody>
      </p:sp>
      <p:sp>
        <p:nvSpPr>
          <p:cNvPr id="5" name="Espace réservé du pied de page 2"/>
          <p:cNvSpPr>
            <a:spLocks noGrp="1"/>
          </p:cNvSpPr>
          <p:nvPr>
            <p:ph type="ftr" sz="quarter" idx="11"/>
          </p:nvPr>
        </p:nvSpPr>
        <p:spPr/>
        <p:txBody>
          <a:bodyPr/>
          <a:lstStyle>
            <a:lvl1pPr>
              <a:defRPr/>
            </a:lvl1pPr>
          </a:lstStyle>
          <a:p>
            <a:pPr>
              <a:defRPr/>
            </a:pPr>
            <a:endParaRPr lang="nl-NL" altLang="fr-FR"/>
          </a:p>
        </p:txBody>
      </p:sp>
      <p:sp>
        <p:nvSpPr>
          <p:cNvPr id="6" name="Espace réservé du numéro de diapositive 22"/>
          <p:cNvSpPr>
            <a:spLocks noGrp="1"/>
          </p:cNvSpPr>
          <p:nvPr>
            <p:ph type="sldNum" sz="quarter" idx="12"/>
          </p:nvPr>
        </p:nvSpPr>
        <p:spPr/>
        <p:txBody>
          <a:bodyPr/>
          <a:lstStyle>
            <a:lvl1pPr>
              <a:defRPr/>
            </a:lvl1pPr>
          </a:lstStyle>
          <a:p>
            <a:pPr>
              <a:defRPr/>
            </a:pPr>
            <a:fld id="{2B808559-A55C-47B0-8695-D8B7164D0520}" type="slidenum">
              <a:rPr lang="nl-NL" altLang="fr-FR"/>
              <a:pPr>
                <a:defRPr/>
              </a:pPr>
              <a:t>‹N°›</a:t>
            </a:fld>
            <a:endParaRPr lang="nl-NL" altLang="fr-FR"/>
          </a:p>
        </p:txBody>
      </p:sp>
    </p:spTree>
    <p:extLst>
      <p:ext uri="{BB962C8B-B14F-4D97-AF65-F5344CB8AC3E}">
        <p14:creationId xmlns:p14="http://schemas.microsoft.com/office/powerpoint/2010/main" val="37050068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spcBef>
                <a:spcPct val="20000"/>
              </a:spcBef>
              <a:buClr>
                <a:schemeClr val="accent1"/>
              </a:buClr>
              <a:buFont typeface="Wingdings" panose="05000000000000000000" pitchFamily="2" charset="2"/>
              <a:buNone/>
              <a:defRPr/>
            </a:pPr>
            <a:endParaRPr lang="en-US"/>
          </a:p>
        </p:txBody>
      </p:sp>
      <p:sp useBgFill="1">
        <p:nvSpPr>
          <p:cNvPr id="8" name="Rectangle à coins arrondis 7"/>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hangingPunct="1">
              <a:spcBef>
                <a:spcPct val="20000"/>
              </a:spcBef>
              <a:buClr>
                <a:schemeClr val="accent1"/>
              </a:buClr>
              <a:buFont typeface="Wingdings" panose="05000000000000000000" pitchFamily="2" charset="2"/>
              <a:buNone/>
              <a:defRPr/>
            </a:pPr>
            <a:endParaRPr lang="en-US"/>
          </a:p>
        </p:txBody>
      </p:sp>
      <p:sp>
        <p:nvSpPr>
          <p:cNvPr id="1028" name="Espace réservé du titre 21"/>
          <p:cNvSpPr>
            <a:spLocks noGrp="1"/>
          </p:cNvSpPr>
          <p:nvPr>
            <p:ph type="title"/>
          </p:nvPr>
        </p:nvSpPr>
        <p:spPr bwMode="auto">
          <a:xfrm>
            <a:off x="914400" y="274638"/>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91440" numCol="1" anchor="b" anchorCtr="0" compatLnSpc="1">
            <a:prstTxWarp prst="textNoShape">
              <a:avLst/>
            </a:prstTxWarp>
          </a:bodyPr>
          <a:lstStyle/>
          <a:p>
            <a:pPr lvl="0"/>
            <a:r>
              <a:rPr lang="fr-FR" altLang="fr-FR"/>
              <a:t>Modifiez le style du titre</a:t>
            </a:r>
            <a:endParaRPr lang="en-US" altLang="fr-FR"/>
          </a:p>
        </p:txBody>
      </p:sp>
      <p:sp>
        <p:nvSpPr>
          <p:cNvPr id="1029" name="Espace réservé du texte 12"/>
          <p:cNvSpPr>
            <a:spLocks noGrp="1"/>
          </p:cNvSpPr>
          <p:nvPr>
            <p:ph type="body" idx="1"/>
          </p:nvPr>
        </p:nvSpPr>
        <p:spPr bwMode="auto">
          <a:xfrm>
            <a:off x="914400" y="1447800"/>
            <a:ext cx="7772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ltLang="fr-FR"/>
              <a:t>Modifiez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endParaRPr lang="en-US" altLang="fr-FR"/>
          </a:p>
        </p:txBody>
      </p:sp>
      <p:sp>
        <p:nvSpPr>
          <p:cNvPr id="14" name="Espace réservé de la date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spcBef>
                <a:spcPct val="20000"/>
              </a:spcBef>
              <a:buClr>
                <a:schemeClr val="accent1"/>
              </a:buClr>
              <a:buFont typeface="Wingdings" panose="05000000000000000000" pitchFamily="2" charset="2"/>
              <a:buNone/>
              <a:defRPr kumimoji="0" sz="1400">
                <a:solidFill>
                  <a:schemeClr val="tx2"/>
                </a:solidFill>
                <a:latin typeface="Arial" charset="0"/>
              </a:defRPr>
            </a:lvl1pPr>
          </a:lstStyle>
          <a:p>
            <a:pPr>
              <a:defRPr/>
            </a:pPr>
            <a:endParaRPr lang="en-US" dirty="0"/>
          </a:p>
        </p:txBody>
      </p:sp>
      <p:sp>
        <p:nvSpPr>
          <p:cNvPr id="3" name="Espace réservé du pied de page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spcBef>
                <a:spcPct val="20000"/>
              </a:spcBef>
              <a:buClr>
                <a:schemeClr val="accent1"/>
              </a:buClr>
              <a:buFont typeface="Wingdings" panose="05000000000000000000" pitchFamily="2" charset="2"/>
              <a:buNone/>
              <a:defRPr kumimoji="0" sz="1400">
                <a:solidFill>
                  <a:schemeClr val="tx2"/>
                </a:solidFill>
                <a:latin typeface="Arial" charset="0"/>
              </a:defRPr>
            </a:lvl1pPr>
          </a:lstStyle>
          <a:p>
            <a:pPr>
              <a:defRPr/>
            </a:pPr>
            <a:endParaRPr lang="nl-NL" altLang="fr-FR"/>
          </a:p>
        </p:txBody>
      </p:sp>
      <p:sp>
        <p:nvSpPr>
          <p:cNvPr id="23" name="Espace réservé du numéro de diapositive 22"/>
          <p:cNvSpPr>
            <a:spLocks noGrp="1"/>
          </p:cNvSpPr>
          <p:nvPr>
            <p:ph type="sldNum" sz="quarter" idx="4"/>
          </p:nvPr>
        </p:nvSpPr>
        <p:spPr>
          <a:xfrm>
            <a:off x="146050" y="6210300"/>
            <a:ext cx="457200" cy="457200"/>
          </a:xfrm>
          <a:prstGeom prst="ellipse">
            <a:avLst/>
          </a:prstGeom>
          <a:solidFill>
            <a:schemeClr val="accent1"/>
          </a:solidFill>
        </p:spPr>
        <p:txBody>
          <a:bodyPr vert="horz" wrap="none" lIns="0" tIns="0" rIns="0" bIns="0" numCol="1" anchor="ctr" anchorCtr="1" compatLnSpc="1">
            <a:prstTxWarp prst="textNoShape">
              <a:avLst/>
            </a:prstTxWarp>
            <a:noAutofit/>
          </a:bodyPr>
          <a:lstStyle>
            <a:lvl1pPr algn="ctr" eaLnBrk="1" hangingPunct="1">
              <a:spcBef>
                <a:spcPct val="20000"/>
              </a:spcBef>
              <a:buClr>
                <a:schemeClr val="accent1"/>
              </a:buClr>
              <a:buFont typeface="Wingdings" panose="05000000000000000000" pitchFamily="2" charset="2"/>
              <a:buNone/>
              <a:defRPr sz="1400">
                <a:solidFill>
                  <a:srgbClr val="FFFFFF"/>
                </a:solidFill>
                <a:latin typeface="Franklin Gothic Book" panose="020B0503020102020204" pitchFamily="34" charset="0"/>
              </a:defRPr>
            </a:lvl1pPr>
          </a:lstStyle>
          <a:p>
            <a:pPr>
              <a:defRPr/>
            </a:pPr>
            <a:fld id="{4178C48C-0A33-47AD-9C27-DF2BD228696E}" type="slidenum">
              <a:rPr lang="nl-NL" altLang="fr-FR"/>
              <a:pPr>
                <a:defRPr/>
              </a:pPr>
              <a:t>‹N°›</a:t>
            </a:fld>
            <a:endParaRPr lang="nl-NL" altLang="fr-FR"/>
          </a:p>
        </p:txBody>
      </p:sp>
    </p:spTree>
  </p:cSld>
  <p:clrMap bg1="lt1" tx1="dk1" bg2="lt2" tx2="dk2" accent1="accent1" accent2="accent2" accent3="accent3" accent4="accent4" accent5="accent5" accent6="accent6" hlink="hlink" folHlink="folHlink"/>
  <p:sldLayoutIdLst>
    <p:sldLayoutId id="2147483957" r:id="rId1"/>
    <p:sldLayoutId id="2147483950" r:id="rId2"/>
    <p:sldLayoutId id="2147483958" r:id="rId3"/>
    <p:sldLayoutId id="2147483951" r:id="rId4"/>
    <p:sldLayoutId id="2147483952" r:id="rId5"/>
    <p:sldLayoutId id="2147483953" r:id="rId6"/>
    <p:sldLayoutId id="2147483954" r:id="rId7"/>
    <p:sldLayoutId id="2147483959" r:id="rId8"/>
    <p:sldLayoutId id="2147483960" r:id="rId9"/>
    <p:sldLayoutId id="2147483955" r:id="rId10"/>
    <p:sldLayoutId id="2147483956" r:id="rId11"/>
  </p:sldLayoutIdLst>
  <p:hf hdr="0" ftr="0" dt="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Franklin Gothic Book" panose="020B0503020102020204" pitchFamily="34" charset="0"/>
        </a:defRPr>
      </a:lvl2pPr>
      <a:lvl3pPr algn="l" rtl="0" eaLnBrk="0" fontAlgn="base" hangingPunct="0">
        <a:spcBef>
          <a:spcPct val="0"/>
        </a:spcBef>
        <a:spcAft>
          <a:spcPct val="0"/>
        </a:spcAft>
        <a:defRPr sz="4000">
          <a:solidFill>
            <a:schemeClr val="tx2"/>
          </a:solidFill>
          <a:latin typeface="Franklin Gothic Book" panose="020B0503020102020204" pitchFamily="34" charset="0"/>
        </a:defRPr>
      </a:lvl3pPr>
      <a:lvl4pPr algn="l" rtl="0" eaLnBrk="0" fontAlgn="base" hangingPunct="0">
        <a:spcBef>
          <a:spcPct val="0"/>
        </a:spcBef>
        <a:spcAft>
          <a:spcPct val="0"/>
        </a:spcAft>
        <a:defRPr sz="4000">
          <a:solidFill>
            <a:schemeClr val="tx2"/>
          </a:solidFill>
          <a:latin typeface="Franklin Gothic Book" panose="020B0503020102020204" pitchFamily="34" charset="0"/>
        </a:defRPr>
      </a:lvl4pPr>
      <a:lvl5pPr algn="l" rtl="0" eaLnBrk="0" fontAlgn="base" hangingPunct="0">
        <a:spcBef>
          <a:spcPct val="0"/>
        </a:spcBef>
        <a:spcAft>
          <a:spcPct val="0"/>
        </a:spcAft>
        <a:defRPr sz="4000">
          <a:solidFill>
            <a:schemeClr val="tx2"/>
          </a:solidFill>
          <a:latin typeface="Franklin Gothic Book" panose="020B0503020102020204" pitchFamily="34" charset="0"/>
        </a:defRPr>
      </a:lvl5pPr>
      <a:lvl6pPr marL="457200" algn="l" rtl="0" fontAlgn="base">
        <a:spcBef>
          <a:spcPct val="0"/>
        </a:spcBef>
        <a:spcAft>
          <a:spcPct val="0"/>
        </a:spcAft>
        <a:defRPr sz="4000">
          <a:solidFill>
            <a:schemeClr val="tx2"/>
          </a:solidFill>
          <a:latin typeface="Franklin Gothic Book" panose="020B0503020102020204" pitchFamily="34" charset="0"/>
        </a:defRPr>
      </a:lvl6pPr>
      <a:lvl7pPr marL="914400" algn="l" rtl="0" fontAlgn="base">
        <a:spcBef>
          <a:spcPct val="0"/>
        </a:spcBef>
        <a:spcAft>
          <a:spcPct val="0"/>
        </a:spcAft>
        <a:defRPr sz="4000">
          <a:solidFill>
            <a:schemeClr val="tx2"/>
          </a:solidFill>
          <a:latin typeface="Franklin Gothic Book" panose="020B0503020102020204" pitchFamily="34" charset="0"/>
        </a:defRPr>
      </a:lvl7pPr>
      <a:lvl8pPr marL="1371600" algn="l" rtl="0" fontAlgn="base">
        <a:spcBef>
          <a:spcPct val="0"/>
        </a:spcBef>
        <a:spcAft>
          <a:spcPct val="0"/>
        </a:spcAft>
        <a:defRPr sz="4000">
          <a:solidFill>
            <a:schemeClr val="tx2"/>
          </a:solidFill>
          <a:latin typeface="Franklin Gothic Book" panose="020B0503020102020204" pitchFamily="34" charset="0"/>
        </a:defRPr>
      </a:lvl8pPr>
      <a:lvl9pPr marL="1828800" algn="l" rtl="0" fontAlgn="base">
        <a:spcBef>
          <a:spcPct val="0"/>
        </a:spcBef>
        <a:spcAft>
          <a:spcPct val="0"/>
        </a:spcAft>
        <a:defRPr sz="4000">
          <a:solidFill>
            <a:schemeClr val="tx2"/>
          </a:solidFill>
          <a:latin typeface="Franklin Gothic Book" panose="020B0503020102020204" pitchFamily="34" charset="0"/>
        </a:defRPr>
      </a:lvl9pPr>
    </p:titleStyle>
    <p:body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6595" name="Rectangle 3"/>
          <p:cNvSpPr>
            <a:spLocks noGrp="1" noChangeArrowheads="1"/>
          </p:cNvSpPr>
          <p:nvPr>
            <p:ph type="subTitle" idx="1"/>
          </p:nvPr>
        </p:nvSpPr>
        <p:spPr>
          <a:xfrm>
            <a:off x="1406525" y="3886200"/>
            <a:ext cx="6400800" cy="1752600"/>
          </a:xfrm>
        </p:spPr>
        <p:txBody>
          <a:bodyPr>
            <a:normAutofit fontScale="92500" lnSpcReduction="10000"/>
          </a:bodyPr>
          <a:lstStyle/>
          <a:p>
            <a:pPr eaLnBrk="1" fontAlgn="auto" hangingPunct="1">
              <a:spcBef>
                <a:spcPts val="580"/>
              </a:spcBef>
              <a:spcAft>
                <a:spcPts val="0"/>
              </a:spcAft>
              <a:buFont typeface="Wingdings 2"/>
              <a:buNone/>
              <a:defRPr/>
            </a:pPr>
            <a:r>
              <a:rPr lang="en-US" altLang="fr-FR" dirty="0">
                <a:solidFill>
                  <a:schemeClr val="tx1"/>
                </a:solidFill>
              </a:rPr>
              <a:t>Dr. Mohammed Ayoub Alaoui Mhamdi</a:t>
            </a:r>
          </a:p>
          <a:p>
            <a:pPr eaLnBrk="1" fontAlgn="auto" hangingPunct="1">
              <a:spcBef>
                <a:spcPts val="580"/>
              </a:spcBef>
              <a:spcAft>
                <a:spcPts val="0"/>
              </a:spcAft>
              <a:defRPr/>
            </a:pPr>
            <a:r>
              <a:rPr lang="en-US" altLang="fr-FR" dirty="0">
                <a:solidFill>
                  <a:schemeClr val="tx1"/>
                </a:solidFill>
              </a:rPr>
              <a:t>Bishop's University</a:t>
            </a:r>
          </a:p>
          <a:p>
            <a:pPr eaLnBrk="1" fontAlgn="auto" hangingPunct="1">
              <a:spcBef>
                <a:spcPts val="580"/>
              </a:spcBef>
              <a:spcAft>
                <a:spcPts val="0"/>
              </a:spcAft>
              <a:buFont typeface="Wingdings 2"/>
              <a:buNone/>
              <a:defRPr/>
            </a:pPr>
            <a:r>
              <a:rPr lang="en-US" altLang="fr-FR" dirty="0" err="1">
                <a:solidFill>
                  <a:schemeClr val="tx1"/>
                </a:solidFill>
              </a:rPr>
              <a:t>Sherbrooke</a:t>
            </a:r>
            <a:r>
              <a:rPr lang="en-US" altLang="fr-FR" dirty="0">
                <a:solidFill>
                  <a:schemeClr val="tx1"/>
                </a:solidFill>
              </a:rPr>
              <a:t>, Qc, Canada</a:t>
            </a:r>
          </a:p>
          <a:p>
            <a:pPr eaLnBrk="1" fontAlgn="auto" hangingPunct="1">
              <a:spcBef>
                <a:spcPts val="580"/>
              </a:spcBef>
              <a:spcAft>
                <a:spcPts val="0"/>
              </a:spcAft>
              <a:buFont typeface="Wingdings 2"/>
              <a:buNone/>
              <a:defRPr/>
            </a:pPr>
            <a:r>
              <a:rPr lang="en-US" altLang="fr-FR" dirty="0">
                <a:solidFill>
                  <a:schemeClr val="tx1"/>
                </a:solidFill>
              </a:rPr>
              <a:t>malaoui@ubishops.ca</a:t>
            </a:r>
          </a:p>
        </p:txBody>
      </p:sp>
      <p:sp>
        <p:nvSpPr>
          <p:cNvPr id="8195" name="ZoneTexte 1"/>
          <p:cNvSpPr txBox="1">
            <a:spLocks noChangeArrowheads="1"/>
          </p:cNvSpPr>
          <p:nvPr/>
        </p:nvSpPr>
        <p:spPr bwMode="auto">
          <a:xfrm>
            <a:off x="242093" y="1853545"/>
            <a:ext cx="872966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20000"/>
              </a:spcBef>
              <a:buSzTx/>
              <a:buFont typeface="Wingdings" panose="05000000000000000000" pitchFamily="2" charset="2"/>
              <a:buNone/>
            </a:pPr>
            <a:r>
              <a:rPr lang="fr-CA" altLang="fr-FR" sz="4000" dirty="0" err="1">
                <a:solidFill>
                  <a:schemeClr val="bg1"/>
                </a:solidFill>
                <a:latin typeface="Arial" panose="020B0604020202020204" pitchFamily="34" charset="0"/>
              </a:rPr>
              <a:t>Exercises</a:t>
            </a:r>
            <a:r>
              <a:rPr lang="fr-CA" altLang="fr-FR" sz="4000" dirty="0">
                <a:solidFill>
                  <a:schemeClr val="bg1"/>
                </a:solidFill>
                <a:latin typeface="Arial" panose="020B0604020202020204" pitchFamily="34" charset="0"/>
              </a:rPr>
              <a:t> in Software Engineering I</a:t>
            </a:r>
          </a:p>
        </p:txBody>
      </p:sp>
      <p:pic>
        <p:nvPicPr>
          <p:cNvPr id="819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 y="333375"/>
            <a:ext cx="2160588" cy="903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197" name="ZoneTexte 1"/>
          <p:cNvSpPr txBox="1">
            <a:spLocks noChangeArrowheads="1"/>
          </p:cNvSpPr>
          <p:nvPr/>
        </p:nvSpPr>
        <p:spPr bwMode="auto">
          <a:xfrm>
            <a:off x="1727684" y="476672"/>
            <a:ext cx="82454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20000"/>
              </a:spcBef>
              <a:buSzTx/>
              <a:buFont typeface="Wingdings" panose="05000000000000000000" pitchFamily="2" charset="2"/>
              <a:buNone/>
            </a:pPr>
            <a:r>
              <a:rPr lang="fr-CA" altLang="fr-FR" sz="2800" dirty="0">
                <a:latin typeface="Arial" panose="020B0604020202020204" pitchFamily="34" charset="0"/>
              </a:rPr>
              <a:t>CS 410 / CS 560: Software Engineering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b="1" dirty="0" err="1"/>
              <a:t>Modeling</a:t>
            </a:r>
            <a:r>
              <a:rPr lang="fr-CA" b="1" dirty="0"/>
              <a:t> </a:t>
            </a:r>
            <a:r>
              <a:rPr lang="fr-CA" b="1" dirty="0" err="1"/>
              <a:t>with</a:t>
            </a:r>
            <a:r>
              <a:rPr lang="fr-CA" b="1" dirty="0"/>
              <a:t> UML</a:t>
            </a:r>
            <a:endParaRPr lang="fr-CA" dirty="0"/>
          </a:p>
        </p:txBody>
      </p:sp>
      <p:sp>
        <p:nvSpPr>
          <p:cNvPr id="3" name="Espace réservé du contenu 2"/>
          <p:cNvSpPr>
            <a:spLocks noGrp="1"/>
          </p:cNvSpPr>
          <p:nvPr>
            <p:ph sz="quarter" idx="1"/>
          </p:nvPr>
        </p:nvSpPr>
        <p:spPr/>
        <p:txBody>
          <a:bodyPr/>
          <a:lstStyle/>
          <a:p>
            <a:r>
              <a:rPr lang="en-US" dirty="0"/>
              <a:t>Consider an ATM system. Identify at least three different actors that interact with this system.</a:t>
            </a:r>
          </a:p>
          <a:p>
            <a:r>
              <a:rPr lang="en-US" dirty="0">
                <a:solidFill>
                  <a:schemeClr val="bg1"/>
                </a:solidFill>
              </a:rPr>
              <a:t>An </a:t>
            </a:r>
            <a:r>
              <a:rPr lang="en-US" dirty="0"/>
              <a:t>actor is any entity (user or system) that interacts with the system of interest. For an ATM, this includes:</a:t>
            </a:r>
          </a:p>
          <a:p>
            <a:pPr lvl="1">
              <a:buFont typeface="Wingdings" panose="05000000000000000000" pitchFamily="2" charset="2"/>
              <a:buChar char="Ø"/>
            </a:pPr>
            <a:r>
              <a:rPr lang="en-US" dirty="0"/>
              <a:t>Bank Customer</a:t>
            </a:r>
          </a:p>
          <a:p>
            <a:pPr lvl="1">
              <a:buFont typeface="Wingdings" panose="05000000000000000000" pitchFamily="2" charset="2"/>
              <a:buChar char="Ø"/>
            </a:pPr>
            <a:r>
              <a:rPr lang="en-US" dirty="0"/>
              <a:t>ATM Maintainer</a:t>
            </a:r>
          </a:p>
          <a:p>
            <a:pPr lvl="1">
              <a:buFont typeface="Wingdings" panose="05000000000000000000" pitchFamily="2" charset="2"/>
              <a:buChar char="Ø"/>
            </a:pPr>
            <a:r>
              <a:rPr lang="en-US" dirty="0"/>
              <a:t>Central Bank Computer</a:t>
            </a:r>
          </a:p>
          <a:p>
            <a:pPr lvl="1">
              <a:buFont typeface="Wingdings" panose="05000000000000000000" pitchFamily="2" charset="2"/>
              <a:buChar char="Ø"/>
            </a:pPr>
            <a:r>
              <a:rPr lang="en-US" dirty="0"/>
              <a:t>Thief</a:t>
            </a:r>
          </a:p>
          <a:p>
            <a:r>
              <a:rPr lang="en-US" dirty="0"/>
              <a:t>The last actor is often referred to as a “</a:t>
            </a:r>
            <a:r>
              <a:rPr lang="en-US" dirty="0" err="1"/>
              <a:t>misactor</a:t>
            </a:r>
            <a:r>
              <a:rPr lang="en-US" dirty="0"/>
              <a:t>” in the literature, because it is an actor that interacts with the system but shouldn’t.</a:t>
            </a:r>
            <a:endParaRPr lang="fr-CA" dirty="0"/>
          </a:p>
        </p:txBody>
      </p:sp>
      <p:sp>
        <p:nvSpPr>
          <p:cNvPr id="4" name="Espace réservé du numéro de diapositive 3"/>
          <p:cNvSpPr>
            <a:spLocks noGrp="1"/>
          </p:cNvSpPr>
          <p:nvPr>
            <p:ph type="sldNum" sz="quarter" idx="12"/>
          </p:nvPr>
        </p:nvSpPr>
        <p:spPr/>
        <p:txBody>
          <a:bodyPr/>
          <a:lstStyle/>
          <a:p>
            <a:pPr>
              <a:defRPr/>
            </a:pPr>
            <a:fld id="{FF0B85D0-B1EF-4802-90CF-6693142D5209}" type="slidenum">
              <a:rPr lang="nl-NL" altLang="fr-FR" smtClean="0"/>
              <a:pPr>
                <a:defRPr/>
              </a:pPr>
              <a:t>2</a:t>
            </a:fld>
            <a:endParaRPr lang="nl-NL" altLang="fr-FR"/>
          </a:p>
        </p:txBody>
      </p:sp>
    </p:spTree>
    <p:extLst>
      <p:ext uri="{BB962C8B-B14F-4D97-AF65-F5344CB8AC3E}">
        <p14:creationId xmlns:p14="http://schemas.microsoft.com/office/powerpoint/2010/main" val="27247317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b="1" dirty="0" err="1"/>
              <a:t>Modeling</a:t>
            </a:r>
            <a:r>
              <a:rPr lang="fr-CA" b="1" dirty="0"/>
              <a:t> </a:t>
            </a:r>
            <a:r>
              <a:rPr lang="fr-CA" b="1" dirty="0" err="1"/>
              <a:t>with</a:t>
            </a:r>
            <a:r>
              <a:rPr lang="fr-CA" b="1" dirty="0"/>
              <a:t> UML</a:t>
            </a:r>
            <a:endParaRPr lang="fr-CA" dirty="0"/>
          </a:p>
        </p:txBody>
      </p:sp>
      <p:sp>
        <p:nvSpPr>
          <p:cNvPr id="3" name="Espace réservé du contenu 2"/>
          <p:cNvSpPr>
            <a:spLocks noGrp="1"/>
          </p:cNvSpPr>
          <p:nvPr>
            <p:ph sz="quarter" idx="1"/>
          </p:nvPr>
        </p:nvSpPr>
        <p:spPr/>
        <p:txBody>
          <a:bodyPr/>
          <a:lstStyle/>
          <a:p>
            <a:r>
              <a:rPr lang="en-US" dirty="0"/>
              <a:t>Can the system under consideration be represented as an actor? Justify your answer.</a:t>
            </a:r>
          </a:p>
          <a:p>
            <a:r>
              <a:rPr lang="en-US" dirty="0"/>
              <a:t>The system under consideration is not external to the system and shouldn’t be represented as an actor. There are a few cases, however, when representing the system as an actor may clarify the use case model. These include situations where the system initiates uses cases, for example, as time passes</a:t>
            </a:r>
            <a:r>
              <a:rPr lang="fr-CA" dirty="0"/>
              <a:t>.</a:t>
            </a:r>
          </a:p>
        </p:txBody>
      </p:sp>
      <p:sp>
        <p:nvSpPr>
          <p:cNvPr id="4" name="Espace réservé du numéro de diapositive 3"/>
          <p:cNvSpPr>
            <a:spLocks noGrp="1"/>
          </p:cNvSpPr>
          <p:nvPr>
            <p:ph type="sldNum" sz="quarter" idx="12"/>
          </p:nvPr>
        </p:nvSpPr>
        <p:spPr/>
        <p:txBody>
          <a:bodyPr/>
          <a:lstStyle/>
          <a:p>
            <a:pPr>
              <a:defRPr/>
            </a:pPr>
            <a:fld id="{FF0B85D0-B1EF-4802-90CF-6693142D5209}" type="slidenum">
              <a:rPr lang="nl-NL" altLang="fr-FR" smtClean="0"/>
              <a:pPr>
                <a:defRPr/>
              </a:pPr>
              <a:t>3</a:t>
            </a:fld>
            <a:endParaRPr lang="nl-NL" altLang="fr-FR"/>
          </a:p>
        </p:txBody>
      </p:sp>
    </p:spTree>
    <p:extLst>
      <p:ext uri="{BB962C8B-B14F-4D97-AF65-F5344CB8AC3E}">
        <p14:creationId xmlns:p14="http://schemas.microsoft.com/office/powerpoint/2010/main" val="24817916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b="1" dirty="0" err="1"/>
              <a:t>Modeling</a:t>
            </a:r>
            <a:r>
              <a:rPr lang="fr-CA" b="1" dirty="0"/>
              <a:t> </a:t>
            </a:r>
            <a:r>
              <a:rPr lang="fr-CA" b="1" dirty="0" err="1"/>
              <a:t>with</a:t>
            </a:r>
            <a:r>
              <a:rPr lang="fr-CA" b="1" dirty="0"/>
              <a:t> UML</a:t>
            </a:r>
            <a:endParaRPr lang="fr-CA" dirty="0"/>
          </a:p>
        </p:txBody>
      </p:sp>
      <p:sp>
        <p:nvSpPr>
          <p:cNvPr id="3" name="Espace réservé du contenu 2"/>
          <p:cNvSpPr>
            <a:spLocks noGrp="1"/>
          </p:cNvSpPr>
          <p:nvPr>
            <p:ph sz="quarter" idx="1"/>
          </p:nvPr>
        </p:nvSpPr>
        <p:spPr/>
        <p:txBody>
          <a:bodyPr/>
          <a:lstStyle/>
          <a:p>
            <a:r>
              <a:rPr lang="en-US" dirty="0"/>
              <a:t>What is the difference between a scenario and a use case? When do you use each construct?</a:t>
            </a:r>
          </a:p>
          <a:p>
            <a:r>
              <a:rPr lang="en-US" sz="2200" dirty="0"/>
              <a:t>A scenario is an actual sequence of interactions (i.e., an instance) describing one specific situation; a use case is a general sequence of interactions (i.e., a class) describing all possible scenarios associated with a situation. Scenarios are used as examples and for clarifying details with the client. Use cases are used as complete descriptions to specify a user task or a set of related system features. </a:t>
            </a:r>
            <a:endParaRPr lang="fr-CA" sz="2200" dirty="0"/>
          </a:p>
        </p:txBody>
      </p:sp>
      <p:sp>
        <p:nvSpPr>
          <p:cNvPr id="4" name="Espace réservé du numéro de diapositive 3"/>
          <p:cNvSpPr>
            <a:spLocks noGrp="1"/>
          </p:cNvSpPr>
          <p:nvPr>
            <p:ph type="sldNum" sz="quarter" idx="12"/>
          </p:nvPr>
        </p:nvSpPr>
        <p:spPr/>
        <p:txBody>
          <a:bodyPr/>
          <a:lstStyle/>
          <a:p>
            <a:pPr>
              <a:defRPr/>
            </a:pPr>
            <a:fld id="{FF0B85D0-B1EF-4802-90CF-6693142D5209}" type="slidenum">
              <a:rPr lang="nl-NL" altLang="fr-FR" smtClean="0"/>
              <a:pPr>
                <a:defRPr/>
              </a:pPr>
              <a:t>4</a:t>
            </a:fld>
            <a:endParaRPr lang="nl-NL" altLang="fr-FR"/>
          </a:p>
        </p:txBody>
      </p:sp>
    </p:spTree>
    <p:extLst>
      <p:ext uri="{BB962C8B-B14F-4D97-AF65-F5344CB8AC3E}">
        <p14:creationId xmlns:p14="http://schemas.microsoft.com/office/powerpoint/2010/main" val="26748447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b="1" dirty="0" err="1"/>
              <a:t>Modeling</a:t>
            </a:r>
            <a:r>
              <a:rPr lang="fr-CA" b="1" dirty="0"/>
              <a:t> </a:t>
            </a:r>
            <a:r>
              <a:rPr lang="fr-CA" b="1" dirty="0" err="1"/>
              <a:t>with</a:t>
            </a:r>
            <a:r>
              <a:rPr lang="fr-CA" b="1" dirty="0"/>
              <a:t> UML</a:t>
            </a:r>
            <a:endParaRPr lang="fr-CA" dirty="0"/>
          </a:p>
        </p:txBody>
      </p:sp>
      <p:sp>
        <p:nvSpPr>
          <p:cNvPr id="3" name="Espace réservé du contenu 2"/>
          <p:cNvSpPr>
            <a:spLocks noGrp="1"/>
          </p:cNvSpPr>
          <p:nvPr>
            <p:ph sz="quarter" idx="1"/>
          </p:nvPr>
        </p:nvSpPr>
        <p:spPr>
          <a:xfrm>
            <a:off x="603250" y="1447800"/>
            <a:ext cx="8083550" cy="5219700"/>
          </a:xfrm>
        </p:spPr>
        <p:txBody>
          <a:bodyPr/>
          <a:lstStyle/>
          <a:p>
            <a:r>
              <a:rPr lang="en-US" dirty="0"/>
              <a:t>Draw a use case diagram for a ticket distributor for a train system. The system includes two actors: a traveler, who purchases different types of tickets, and a central computer system, which maintains a reference database for the tariff. Use cases should include: </a:t>
            </a:r>
            <a:r>
              <a:rPr lang="en-US" dirty="0" err="1"/>
              <a:t>BuyOneWayTicket</a:t>
            </a:r>
            <a:r>
              <a:rPr lang="en-US" dirty="0"/>
              <a:t>, </a:t>
            </a:r>
            <a:r>
              <a:rPr lang="en-US" dirty="0" err="1"/>
              <a:t>BuyWeeklyCard</a:t>
            </a:r>
            <a:r>
              <a:rPr lang="en-US" dirty="0"/>
              <a:t>, </a:t>
            </a:r>
            <a:r>
              <a:rPr lang="en-US" dirty="0" err="1"/>
              <a:t>BuyMonthlyCard</a:t>
            </a:r>
            <a:r>
              <a:rPr lang="en-US" dirty="0"/>
              <a:t>, </a:t>
            </a:r>
            <a:r>
              <a:rPr lang="en-US" dirty="0" err="1"/>
              <a:t>UpdateTariff.Also</a:t>
            </a:r>
            <a:r>
              <a:rPr lang="en-US" dirty="0"/>
              <a:t> include the following exceptional cases: Time-Out (i.e., traveler took too long to insert the right amount), </a:t>
            </a:r>
            <a:r>
              <a:rPr lang="en-US" dirty="0" err="1"/>
              <a:t>TransactionAborted</a:t>
            </a:r>
            <a:r>
              <a:rPr lang="en-US" dirty="0"/>
              <a:t> (i.e., traveler selected the cancel button without completing the transaction),  </a:t>
            </a:r>
            <a:r>
              <a:rPr lang="en-US" dirty="0" err="1"/>
              <a:t>DistributorOutOfChange</a:t>
            </a:r>
            <a:r>
              <a:rPr lang="en-US" dirty="0"/>
              <a:t>, and </a:t>
            </a:r>
            <a:r>
              <a:rPr lang="en-US" dirty="0" err="1"/>
              <a:t>DistributorOutOfPaper.</a:t>
            </a:r>
            <a:r>
              <a:rPr lang="en-US" dirty="0" err="1">
                <a:solidFill>
                  <a:schemeClr val="bg1"/>
                </a:solidFill>
              </a:rPr>
              <a:t>A</a:t>
            </a:r>
            <a:r>
              <a:rPr lang="en-US" dirty="0">
                <a:solidFill>
                  <a:schemeClr val="bg1"/>
                </a:solidFill>
              </a:rPr>
              <a:t> scenario is an actual sequence of interactions (i.e., an instance) describing one specific situation; a use case is a general sequence of interactions (i.e., a class) describing all possible scenarios associated with a situation. Scenarios are used as examples and for clarifying details with the client. Use cases are used as complete descriptions to specify a user task or a set of related system features. system under consideration is not external to the system and shouldn’t be represented as an actor. There are a few cases, however, when representing the system as an actor may clarify the use case model. These include situations where the system initiates uses cases, for example, as time passes (Check for Outdated Articles, Send Daily </a:t>
            </a:r>
            <a:r>
              <a:rPr lang="fr-CA" dirty="0">
                <a:solidFill>
                  <a:schemeClr val="bg1"/>
                </a:solidFill>
              </a:rPr>
              <a:t>Newsletter).</a:t>
            </a:r>
          </a:p>
        </p:txBody>
      </p:sp>
      <p:sp>
        <p:nvSpPr>
          <p:cNvPr id="4" name="Espace réservé du numéro de diapositive 3"/>
          <p:cNvSpPr>
            <a:spLocks noGrp="1"/>
          </p:cNvSpPr>
          <p:nvPr>
            <p:ph type="sldNum" sz="quarter" idx="12"/>
          </p:nvPr>
        </p:nvSpPr>
        <p:spPr/>
        <p:txBody>
          <a:bodyPr/>
          <a:lstStyle/>
          <a:p>
            <a:pPr>
              <a:defRPr/>
            </a:pPr>
            <a:fld id="{FF0B85D0-B1EF-4802-90CF-6693142D5209}" type="slidenum">
              <a:rPr lang="nl-NL" altLang="fr-FR" smtClean="0"/>
              <a:pPr>
                <a:defRPr/>
              </a:pPr>
              <a:t>5</a:t>
            </a:fld>
            <a:endParaRPr lang="nl-NL" altLang="fr-FR"/>
          </a:p>
        </p:txBody>
      </p:sp>
    </p:spTree>
    <p:extLst>
      <p:ext uri="{BB962C8B-B14F-4D97-AF65-F5344CB8AC3E}">
        <p14:creationId xmlns:p14="http://schemas.microsoft.com/office/powerpoint/2010/main" val="20135452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CA"/>
          </a:p>
        </p:txBody>
      </p:sp>
      <p:sp>
        <p:nvSpPr>
          <p:cNvPr id="3" name="Espace réservé du contenu 2"/>
          <p:cNvSpPr>
            <a:spLocks noGrp="1"/>
          </p:cNvSpPr>
          <p:nvPr>
            <p:ph sz="quarter" idx="1"/>
          </p:nvPr>
        </p:nvSpPr>
        <p:spPr/>
        <p:txBody>
          <a:bodyPr/>
          <a:lstStyle/>
          <a:p>
            <a:endParaRPr lang="fr-CA"/>
          </a:p>
        </p:txBody>
      </p:sp>
      <p:sp>
        <p:nvSpPr>
          <p:cNvPr id="4" name="Espace réservé du numéro de diapositive 3"/>
          <p:cNvSpPr>
            <a:spLocks noGrp="1"/>
          </p:cNvSpPr>
          <p:nvPr>
            <p:ph type="sldNum" sz="quarter" idx="12"/>
          </p:nvPr>
        </p:nvSpPr>
        <p:spPr/>
        <p:txBody>
          <a:bodyPr/>
          <a:lstStyle/>
          <a:p>
            <a:pPr>
              <a:defRPr/>
            </a:pPr>
            <a:fld id="{FF0B85D0-B1EF-4802-90CF-6693142D5209}" type="slidenum">
              <a:rPr lang="nl-NL" altLang="fr-FR" smtClean="0"/>
              <a:pPr>
                <a:defRPr/>
              </a:pPr>
              <a:t>6</a:t>
            </a:fld>
            <a:endParaRPr lang="nl-NL" altLang="fr-FR"/>
          </a:p>
        </p:txBody>
      </p:sp>
      <p:pic>
        <p:nvPicPr>
          <p:cNvPr id="5" name="Image 4"/>
          <p:cNvPicPr>
            <a:picLocks noChangeAspect="1"/>
          </p:cNvPicPr>
          <p:nvPr/>
        </p:nvPicPr>
        <p:blipFill>
          <a:blip r:embed="rId2"/>
          <a:stretch>
            <a:fillRect/>
          </a:stretch>
        </p:blipFill>
        <p:spPr>
          <a:xfrm>
            <a:off x="132117" y="1614734"/>
            <a:ext cx="8904379" cy="3722478"/>
          </a:xfrm>
          <a:prstGeom prst="rect">
            <a:avLst/>
          </a:prstGeom>
        </p:spPr>
      </p:pic>
    </p:spTree>
    <p:extLst>
      <p:ext uri="{BB962C8B-B14F-4D97-AF65-F5344CB8AC3E}">
        <p14:creationId xmlns:p14="http://schemas.microsoft.com/office/powerpoint/2010/main" val="33965173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914400" y="-207404"/>
            <a:ext cx="7772400" cy="1143000"/>
          </a:xfrm>
        </p:spPr>
        <p:txBody>
          <a:bodyPr/>
          <a:lstStyle/>
          <a:p>
            <a:r>
              <a:rPr lang="fr-CA" b="1" dirty="0" err="1"/>
              <a:t>Modeling</a:t>
            </a:r>
            <a:r>
              <a:rPr lang="fr-CA" b="1" dirty="0"/>
              <a:t> </a:t>
            </a:r>
            <a:r>
              <a:rPr lang="fr-CA" b="1" dirty="0" err="1"/>
              <a:t>with</a:t>
            </a:r>
            <a:r>
              <a:rPr lang="fr-CA" b="1" dirty="0"/>
              <a:t> UML</a:t>
            </a:r>
            <a:endParaRPr lang="fr-CA" dirty="0"/>
          </a:p>
        </p:txBody>
      </p:sp>
      <p:sp>
        <p:nvSpPr>
          <p:cNvPr id="3" name="Espace réservé du contenu 2"/>
          <p:cNvSpPr>
            <a:spLocks noGrp="1"/>
          </p:cNvSpPr>
          <p:nvPr>
            <p:ph sz="quarter" idx="1"/>
          </p:nvPr>
        </p:nvSpPr>
        <p:spPr>
          <a:xfrm>
            <a:off x="758825" y="836712"/>
            <a:ext cx="8083550" cy="5219700"/>
          </a:xfrm>
        </p:spPr>
        <p:txBody>
          <a:bodyPr/>
          <a:lstStyle/>
          <a:p>
            <a:r>
              <a:rPr lang="en-US" dirty="0"/>
              <a:t>This questions can have several correct answers (previous Figure) being a possible answer. The following elements should </a:t>
            </a:r>
            <a:r>
              <a:rPr lang="fr-CA" dirty="0" err="1"/>
              <a:t>be</a:t>
            </a:r>
            <a:r>
              <a:rPr lang="fr-CA" dirty="0"/>
              <a:t> </a:t>
            </a:r>
            <a:r>
              <a:rPr lang="fr-CA" dirty="0" err="1"/>
              <a:t>present</a:t>
            </a:r>
            <a:r>
              <a:rPr lang="fr-CA" dirty="0"/>
              <a:t>:</a:t>
            </a:r>
          </a:p>
          <a:p>
            <a:pPr lvl="1">
              <a:buFont typeface="Wingdings" panose="05000000000000000000" pitchFamily="2" charset="2"/>
              <a:buChar char="Ø"/>
            </a:pPr>
            <a:r>
              <a:rPr lang="en-US" dirty="0"/>
              <a:t>The relationship between an actor and a use case is a communication relationship (undirected solid line).</a:t>
            </a:r>
          </a:p>
          <a:p>
            <a:pPr lvl="1">
              <a:buFont typeface="Wingdings" panose="05000000000000000000" pitchFamily="2" charset="2"/>
              <a:buChar char="Ø"/>
            </a:pPr>
            <a:r>
              <a:rPr lang="en-US" dirty="0"/>
              <a:t>The relationship between exceptional use cases and common use cases is an </a:t>
            </a:r>
            <a:r>
              <a:rPr lang="fr-CA" dirty="0"/>
              <a:t>&lt;&lt;</a:t>
            </a:r>
            <a:r>
              <a:rPr lang="fr-CA" dirty="0" err="1"/>
              <a:t>extend</a:t>
            </a:r>
            <a:r>
              <a:rPr lang="fr-CA" dirty="0"/>
              <a:t>&gt;&gt; </a:t>
            </a:r>
            <a:r>
              <a:rPr lang="fr-CA" dirty="0" err="1"/>
              <a:t>relationship</a:t>
            </a:r>
            <a:r>
              <a:rPr lang="fr-CA" dirty="0"/>
              <a:t>.</a:t>
            </a:r>
          </a:p>
          <a:p>
            <a:pPr lvl="1">
              <a:buFont typeface="Wingdings" panose="05000000000000000000" pitchFamily="2" charset="2"/>
              <a:buChar char="Ø"/>
            </a:pPr>
            <a:r>
              <a:rPr lang="en-US" dirty="0"/>
              <a:t>The exceptional use cases described in the exercise only apply to the use cases invoked by the traveler.</a:t>
            </a:r>
          </a:p>
        </p:txBody>
      </p:sp>
      <p:sp>
        <p:nvSpPr>
          <p:cNvPr id="4" name="Espace réservé du numéro de diapositive 3"/>
          <p:cNvSpPr>
            <a:spLocks noGrp="1"/>
          </p:cNvSpPr>
          <p:nvPr>
            <p:ph type="sldNum" sz="quarter" idx="12"/>
          </p:nvPr>
        </p:nvSpPr>
        <p:spPr/>
        <p:txBody>
          <a:bodyPr/>
          <a:lstStyle/>
          <a:p>
            <a:pPr>
              <a:defRPr/>
            </a:pPr>
            <a:fld id="{FF0B85D0-B1EF-4802-90CF-6693142D5209}" type="slidenum">
              <a:rPr lang="nl-NL" altLang="fr-FR" smtClean="0"/>
              <a:pPr>
                <a:defRPr/>
              </a:pPr>
              <a:t>7</a:t>
            </a:fld>
            <a:endParaRPr lang="nl-NL" altLang="fr-FR"/>
          </a:p>
        </p:txBody>
      </p:sp>
    </p:spTree>
    <p:extLst>
      <p:ext uri="{BB962C8B-B14F-4D97-AF65-F5344CB8AC3E}">
        <p14:creationId xmlns:p14="http://schemas.microsoft.com/office/powerpoint/2010/main" val="30272488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914400" y="-207404"/>
            <a:ext cx="7772400" cy="1143000"/>
          </a:xfrm>
        </p:spPr>
        <p:txBody>
          <a:bodyPr/>
          <a:lstStyle/>
          <a:p>
            <a:r>
              <a:rPr lang="fr-CA" b="1" dirty="0" err="1"/>
              <a:t>Modeling</a:t>
            </a:r>
            <a:r>
              <a:rPr lang="fr-CA" b="1" dirty="0"/>
              <a:t> </a:t>
            </a:r>
            <a:r>
              <a:rPr lang="fr-CA" b="1" dirty="0" err="1"/>
              <a:t>with</a:t>
            </a:r>
            <a:r>
              <a:rPr lang="fr-CA" b="1" dirty="0"/>
              <a:t> UML</a:t>
            </a:r>
            <a:endParaRPr lang="fr-CA" dirty="0"/>
          </a:p>
        </p:txBody>
      </p:sp>
      <p:sp>
        <p:nvSpPr>
          <p:cNvPr id="3" name="Espace réservé du contenu 2"/>
          <p:cNvSpPr>
            <a:spLocks noGrp="1"/>
          </p:cNvSpPr>
          <p:nvPr>
            <p:ph sz="quarter" idx="1"/>
          </p:nvPr>
        </p:nvSpPr>
        <p:spPr>
          <a:xfrm>
            <a:off x="758825" y="836712"/>
            <a:ext cx="8083550" cy="5219700"/>
          </a:xfrm>
        </p:spPr>
        <p:txBody>
          <a:bodyPr/>
          <a:lstStyle/>
          <a:p>
            <a:r>
              <a:rPr lang="en-US" sz="2800" dirty="0"/>
              <a:t>The following elements should be present in a “good” answer:</a:t>
            </a:r>
          </a:p>
          <a:p>
            <a:pPr lvl="1" algn="just">
              <a:buFont typeface="Wingdings" panose="05000000000000000000" pitchFamily="2" charset="2"/>
              <a:buChar char="Ø"/>
            </a:pPr>
            <a:r>
              <a:rPr lang="en-US" sz="2800" dirty="0"/>
              <a:t>All exceptions apply to all traveler use cases. Instead of drawing 3x4 relationships between these use cases, an abstract use case from which the exceptional use case inherit can be used, thus reducing the number of </a:t>
            </a:r>
            <a:r>
              <a:rPr lang="fr-CA" sz="2800" dirty="0"/>
              <a:t>&lt;&lt;</a:t>
            </a:r>
            <a:r>
              <a:rPr lang="fr-CA" sz="2800" dirty="0" err="1"/>
              <a:t>extend</a:t>
            </a:r>
            <a:r>
              <a:rPr lang="fr-CA" sz="2800" dirty="0"/>
              <a:t>&gt;&gt; </a:t>
            </a:r>
            <a:r>
              <a:rPr lang="en-US" sz="2800" dirty="0"/>
              <a:t>relationships to 3 at the cost of introducing 4 generalization relationships.</a:t>
            </a:r>
          </a:p>
          <a:p>
            <a:pPr lvl="1" algn="just">
              <a:buFont typeface="Wingdings" panose="05000000000000000000" pitchFamily="2" charset="2"/>
              <a:buChar char="Ø"/>
            </a:pPr>
            <a:r>
              <a:rPr lang="en-US" sz="2800" dirty="0"/>
              <a:t>The student can introduce exceptional use cases not specified in the exercise that apply to the </a:t>
            </a:r>
            <a:r>
              <a:rPr lang="fr-CA" sz="2800" dirty="0" err="1"/>
              <a:t>CentralComputerSystem</a:t>
            </a:r>
            <a:r>
              <a:rPr lang="fr-CA" sz="2800" dirty="0"/>
              <a:t> use cases.</a:t>
            </a:r>
          </a:p>
        </p:txBody>
      </p:sp>
      <p:sp>
        <p:nvSpPr>
          <p:cNvPr id="4" name="Espace réservé du numéro de diapositive 3"/>
          <p:cNvSpPr>
            <a:spLocks noGrp="1"/>
          </p:cNvSpPr>
          <p:nvPr>
            <p:ph type="sldNum" sz="quarter" idx="12"/>
          </p:nvPr>
        </p:nvSpPr>
        <p:spPr/>
        <p:txBody>
          <a:bodyPr/>
          <a:lstStyle/>
          <a:p>
            <a:pPr>
              <a:defRPr/>
            </a:pPr>
            <a:fld id="{FF0B85D0-B1EF-4802-90CF-6693142D5209}" type="slidenum">
              <a:rPr lang="nl-NL" altLang="fr-FR" smtClean="0"/>
              <a:pPr>
                <a:defRPr/>
              </a:pPr>
              <a:t>8</a:t>
            </a:fld>
            <a:endParaRPr lang="nl-NL" altLang="fr-FR"/>
          </a:p>
        </p:txBody>
      </p:sp>
    </p:spTree>
    <p:extLst>
      <p:ext uri="{BB962C8B-B14F-4D97-AF65-F5344CB8AC3E}">
        <p14:creationId xmlns:p14="http://schemas.microsoft.com/office/powerpoint/2010/main" val="39353948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914400" y="-207404"/>
            <a:ext cx="7772400" cy="1143000"/>
          </a:xfrm>
        </p:spPr>
        <p:txBody>
          <a:bodyPr/>
          <a:lstStyle/>
          <a:p>
            <a:r>
              <a:rPr lang="fr-CA" b="1" dirty="0" err="1"/>
              <a:t>Modeling</a:t>
            </a:r>
            <a:r>
              <a:rPr lang="fr-CA" b="1" dirty="0"/>
              <a:t> </a:t>
            </a:r>
            <a:r>
              <a:rPr lang="fr-CA" b="1" dirty="0" err="1"/>
              <a:t>with</a:t>
            </a:r>
            <a:r>
              <a:rPr lang="fr-CA" b="1" dirty="0"/>
              <a:t> UML</a:t>
            </a:r>
            <a:endParaRPr lang="fr-CA" dirty="0"/>
          </a:p>
        </p:txBody>
      </p:sp>
      <p:sp>
        <p:nvSpPr>
          <p:cNvPr id="3" name="Espace réservé du contenu 2"/>
          <p:cNvSpPr>
            <a:spLocks noGrp="1"/>
          </p:cNvSpPr>
          <p:nvPr>
            <p:ph sz="quarter" idx="1"/>
          </p:nvPr>
        </p:nvSpPr>
        <p:spPr>
          <a:xfrm>
            <a:off x="758825" y="836712"/>
            <a:ext cx="8083550" cy="5219700"/>
          </a:xfrm>
        </p:spPr>
        <p:txBody>
          <a:bodyPr/>
          <a:lstStyle/>
          <a:p>
            <a:r>
              <a:rPr lang="en-US" i="1" dirty="0"/>
              <a:t>Write the flow of events and specify all fields for the use case </a:t>
            </a:r>
            <a:r>
              <a:rPr lang="en-US" i="1" dirty="0" err="1"/>
              <a:t>UpdateTariff</a:t>
            </a:r>
            <a:r>
              <a:rPr lang="en-US" i="1" dirty="0"/>
              <a:t> that you drew in the previous exercise. Do not forget to specify any relationships.</a:t>
            </a:r>
            <a:endParaRPr lang="fr-CA" sz="2800" dirty="0"/>
          </a:p>
        </p:txBody>
      </p:sp>
      <p:sp>
        <p:nvSpPr>
          <p:cNvPr id="4" name="Espace réservé du numéro de diapositive 3"/>
          <p:cNvSpPr>
            <a:spLocks noGrp="1"/>
          </p:cNvSpPr>
          <p:nvPr>
            <p:ph type="sldNum" sz="quarter" idx="12"/>
          </p:nvPr>
        </p:nvSpPr>
        <p:spPr/>
        <p:txBody>
          <a:bodyPr/>
          <a:lstStyle/>
          <a:p>
            <a:pPr>
              <a:defRPr/>
            </a:pPr>
            <a:fld id="{FF0B85D0-B1EF-4802-90CF-6693142D5209}" type="slidenum">
              <a:rPr lang="nl-NL" altLang="fr-FR" smtClean="0"/>
              <a:pPr>
                <a:defRPr/>
              </a:pPr>
              <a:t>9</a:t>
            </a:fld>
            <a:endParaRPr lang="nl-NL" altLang="fr-FR"/>
          </a:p>
        </p:txBody>
      </p:sp>
    </p:spTree>
    <p:extLst>
      <p:ext uri="{BB962C8B-B14F-4D97-AF65-F5344CB8AC3E}">
        <p14:creationId xmlns:p14="http://schemas.microsoft.com/office/powerpoint/2010/main" val="14525222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CA"/>
          </a:p>
        </p:txBody>
      </p:sp>
      <p:sp>
        <p:nvSpPr>
          <p:cNvPr id="3" name="Espace réservé du contenu 2"/>
          <p:cNvSpPr>
            <a:spLocks noGrp="1"/>
          </p:cNvSpPr>
          <p:nvPr>
            <p:ph sz="quarter" idx="1"/>
          </p:nvPr>
        </p:nvSpPr>
        <p:spPr/>
        <p:txBody>
          <a:bodyPr/>
          <a:lstStyle/>
          <a:p>
            <a:endParaRPr lang="fr-CA"/>
          </a:p>
        </p:txBody>
      </p:sp>
      <p:sp>
        <p:nvSpPr>
          <p:cNvPr id="4" name="Espace réservé du numéro de diapositive 3"/>
          <p:cNvSpPr>
            <a:spLocks noGrp="1"/>
          </p:cNvSpPr>
          <p:nvPr>
            <p:ph type="sldNum" sz="quarter" idx="12"/>
          </p:nvPr>
        </p:nvSpPr>
        <p:spPr/>
        <p:txBody>
          <a:bodyPr/>
          <a:lstStyle/>
          <a:p>
            <a:pPr>
              <a:defRPr/>
            </a:pPr>
            <a:fld id="{FF0B85D0-B1EF-4802-90CF-6693142D5209}" type="slidenum">
              <a:rPr lang="nl-NL" altLang="fr-FR" smtClean="0"/>
              <a:pPr>
                <a:defRPr/>
              </a:pPr>
              <a:t>10</a:t>
            </a:fld>
            <a:endParaRPr lang="nl-NL" altLang="fr-FR"/>
          </a:p>
        </p:txBody>
      </p:sp>
      <p:pic>
        <p:nvPicPr>
          <p:cNvPr id="5" name="Image 4"/>
          <p:cNvPicPr>
            <a:picLocks noChangeAspect="1"/>
          </p:cNvPicPr>
          <p:nvPr/>
        </p:nvPicPr>
        <p:blipFill>
          <a:blip r:embed="rId2"/>
          <a:stretch>
            <a:fillRect/>
          </a:stretch>
        </p:blipFill>
        <p:spPr>
          <a:xfrm>
            <a:off x="2828" y="404664"/>
            <a:ext cx="9155496" cy="5805636"/>
          </a:xfrm>
          <a:prstGeom prst="rect">
            <a:avLst/>
          </a:prstGeom>
        </p:spPr>
      </p:pic>
    </p:spTree>
    <p:extLst>
      <p:ext uri="{BB962C8B-B14F-4D97-AF65-F5344CB8AC3E}">
        <p14:creationId xmlns:p14="http://schemas.microsoft.com/office/powerpoint/2010/main" val="28630576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914400" y="-207404"/>
            <a:ext cx="7772400" cy="1143000"/>
          </a:xfrm>
        </p:spPr>
        <p:txBody>
          <a:bodyPr/>
          <a:lstStyle/>
          <a:p>
            <a:r>
              <a:rPr lang="fr-CA" b="1" dirty="0" err="1"/>
              <a:t>Modeling</a:t>
            </a:r>
            <a:r>
              <a:rPr lang="fr-CA" b="1" dirty="0"/>
              <a:t> </a:t>
            </a:r>
            <a:r>
              <a:rPr lang="fr-CA" b="1" dirty="0" err="1"/>
              <a:t>with</a:t>
            </a:r>
            <a:r>
              <a:rPr lang="fr-CA" b="1" dirty="0"/>
              <a:t> UML</a:t>
            </a:r>
            <a:endParaRPr lang="fr-CA" dirty="0"/>
          </a:p>
        </p:txBody>
      </p:sp>
      <p:sp>
        <p:nvSpPr>
          <p:cNvPr id="3" name="Espace réservé du contenu 2"/>
          <p:cNvSpPr>
            <a:spLocks noGrp="1"/>
          </p:cNvSpPr>
          <p:nvPr>
            <p:ph sz="quarter" idx="1"/>
          </p:nvPr>
        </p:nvSpPr>
        <p:spPr>
          <a:xfrm>
            <a:off x="758825" y="836712"/>
            <a:ext cx="8083550" cy="5219700"/>
          </a:xfrm>
        </p:spPr>
        <p:txBody>
          <a:bodyPr/>
          <a:lstStyle/>
          <a:p>
            <a:r>
              <a:rPr lang="en-US" sz="2800" dirty="0"/>
              <a:t>Draw a class diagram representing a book defined by the following statement: “A book is composed of a number of parts, which in turn are composed of a number of chapters. Chapters are composed of sections.” Focus only on classes and relationships.</a:t>
            </a:r>
          </a:p>
          <a:p>
            <a:r>
              <a:rPr lang="en-US" sz="2800" dirty="0"/>
              <a:t>This exercise checks the student’s understanding of basic aspects of class diagrams, including: </a:t>
            </a:r>
          </a:p>
          <a:p>
            <a:pPr lvl="1">
              <a:buFont typeface="Wingdings" panose="05000000000000000000" pitchFamily="2" charset="2"/>
              <a:buChar char="Ø"/>
            </a:pPr>
            <a:r>
              <a:rPr lang="en-US" sz="2600" dirty="0"/>
              <a:t>Classes are represented with rectangles.</a:t>
            </a:r>
          </a:p>
          <a:p>
            <a:pPr lvl="1">
              <a:buFont typeface="Wingdings" panose="05000000000000000000" pitchFamily="2" charset="2"/>
              <a:buChar char="Ø"/>
            </a:pPr>
            <a:r>
              <a:rPr lang="en-US" sz="2600" dirty="0"/>
              <a:t>The attribute and operations compartment can be omitted.</a:t>
            </a:r>
          </a:p>
          <a:p>
            <a:pPr lvl="1">
              <a:buFont typeface="Wingdings" panose="05000000000000000000" pitchFamily="2" charset="2"/>
              <a:buChar char="Ø"/>
            </a:pPr>
            <a:r>
              <a:rPr lang="en-US" sz="2600" dirty="0"/>
              <a:t>Aggregation relationships are represented with diamonds.</a:t>
            </a:r>
          </a:p>
          <a:p>
            <a:pPr lvl="1">
              <a:buFont typeface="Wingdings" panose="05000000000000000000" pitchFamily="2" charset="2"/>
              <a:buChar char="Ø"/>
            </a:pPr>
            <a:r>
              <a:rPr lang="en-US" sz="2600" dirty="0"/>
              <a:t>Class names start with a capital letter and are singular.</a:t>
            </a:r>
            <a:endParaRPr lang="fr-CA" sz="2600" dirty="0"/>
          </a:p>
        </p:txBody>
      </p:sp>
      <p:sp>
        <p:nvSpPr>
          <p:cNvPr id="4" name="Espace réservé du numéro de diapositive 3"/>
          <p:cNvSpPr>
            <a:spLocks noGrp="1"/>
          </p:cNvSpPr>
          <p:nvPr>
            <p:ph type="sldNum" sz="quarter" idx="12"/>
          </p:nvPr>
        </p:nvSpPr>
        <p:spPr/>
        <p:txBody>
          <a:bodyPr/>
          <a:lstStyle/>
          <a:p>
            <a:pPr>
              <a:defRPr/>
            </a:pPr>
            <a:fld id="{FF0B85D0-B1EF-4802-90CF-6693142D5209}" type="slidenum">
              <a:rPr lang="nl-NL" altLang="fr-FR" smtClean="0"/>
              <a:pPr>
                <a:defRPr/>
              </a:pPr>
              <a:t>11</a:t>
            </a:fld>
            <a:endParaRPr lang="nl-NL" altLang="fr-FR"/>
          </a:p>
        </p:txBody>
      </p:sp>
    </p:spTree>
    <p:extLst>
      <p:ext uri="{BB962C8B-B14F-4D97-AF65-F5344CB8AC3E}">
        <p14:creationId xmlns:p14="http://schemas.microsoft.com/office/powerpoint/2010/main" val="17018499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CA"/>
          </a:p>
        </p:txBody>
      </p:sp>
      <p:sp>
        <p:nvSpPr>
          <p:cNvPr id="3" name="Espace réservé du contenu 2"/>
          <p:cNvSpPr>
            <a:spLocks noGrp="1"/>
          </p:cNvSpPr>
          <p:nvPr>
            <p:ph sz="quarter" idx="1"/>
          </p:nvPr>
        </p:nvSpPr>
        <p:spPr/>
        <p:txBody>
          <a:bodyPr/>
          <a:lstStyle/>
          <a:p>
            <a:endParaRPr lang="fr-CA"/>
          </a:p>
        </p:txBody>
      </p:sp>
      <p:sp>
        <p:nvSpPr>
          <p:cNvPr id="4" name="Espace réservé du numéro de diapositive 3"/>
          <p:cNvSpPr>
            <a:spLocks noGrp="1"/>
          </p:cNvSpPr>
          <p:nvPr>
            <p:ph type="sldNum" sz="quarter" idx="12"/>
          </p:nvPr>
        </p:nvSpPr>
        <p:spPr/>
        <p:txBody>
          <a:bodyPr/>
          <a:lstStyle/>
          <a:p>
            <a:pPr>
              <a:defRPr/>
            </a:pPr>
            <a:fld id="{FF0B85D0-B1EF-4802-90CF-6693142D5209}" type="slidenum">
              <a:rPr lang="nl-NL" altLang="fr-FR" smtClean="0"/>
              <a:pPr>
                <a:defRPr/>
              </a:pPr>
              <a:t>12</a:t>
            </a:fld>
            <a:endParaRPr lang="nl-NL" altLang="fr-FR"/>
          </a:p>
        </p:txBody>
      </p:sp>
      <p:pic>
        <p:nvPicPr>
          <p:cNvPr id="5" name="Image 4"/>
          <p:cNvPicPr>
            <a:picLocks noChangeAspect="1"/>
          </p:cNvPicPr>
          <p:nvPr/>
        </p:nvPicPr>
        <p:blipFill>
          <a:blip r:embed="rId2"/>
          <a:stretch>
            <a:fillRect/>
          </a:stretch>
        </p:blipFill>
        <p:spPr>
          <a:xfrm>
            <a:off x="2555776" y="692696"/>
            <a:ext cx="3954703" cy="5184576"/>
          </a:xfrm>
          <a:prstGeom prst="rect">
            <a:avLst/>
          </a:prstGeom>
        </p:spPr>
      </p:pic>
    </p:spTree>
    <p:extLst>
      <p:ext uri="{BB962C8B-B14F-4D97-AF65-F5344CB8AC3E}">
        <p14:creationId xmlns:p14="http://schemas.microsoft.com/office/powerpoint/2010/main" val="33885011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914400" y="-207404"/>
            <a:ext cx="7772400" cy="1143000"/>
          </a:xfrm>
        </p:spPr>
        <p:txBody>
          <a:bodyPr/>
          <a:lstStyle/>
          <a:p>
            <a:r>
              <a:rPr lang="fr-CA" b="1" dirty="0" err="1"/>
              <a:t>Modeling</a:t>
            </a:r>
            <a:r>
              <a:rPr lang="fr-CA" b="1" dirty="0"/>
              <a:t> </a:t>
            </a:r>
            <a:r>
              <a:rPr lang="fr-CA" b="1" dirty="0" err="1"/>
              <a:t>with</a:t>
            </a:r>
            <a:r>
              <a:rPr lang="fr-CA" b="1" dirty="0"/>
              <a:t> UML</a:t>
            </a:r>
            <a:endParaRPr lang="fr-CA" dirty="0"/>
          </a:p>
        </p:txBody>
      </p:sp>
      <p:sp>
        <p:nvSpPr>
          <p:cNvPr id="3" name="Espace réservé du contenu 2"/>
          <p:cNvSpPr>
            <a:spLocks noGrp="1"/>
          </p:cNvSpPr>
          <p:nvPr>
            <p:ph sz="quarter" idx="1"/>
          </p:nvPr>
        </p:nvSpPr>
        <p:spPr>
          <a:xfrm>
            <a:off x="758825" y="836712"/>
            <a:ext cx="8083550" cy="5219700"/>
          </a:xfrm>
        </p:spPr>
        <p:txBody>
          <a:bodyPr/>
          <a:lstStyle/>
          <a:p>
            <a:r>
              <a:rPr lang="en-US" i="1" dirty="0"/>
              <a:t>Draw an object diagram representing the first part of this book (i.e., Part I, Getting Started). Make sure that the object diagram you draw is consistent with the class diagram of the previous exercise.</a:t>
            </a:r>
          </a:p>
          <a:p>
            <a:r>
              <a:rPr lang="en-US" dirty="0"/>
              <a:t>This exercise checks the student’s understanding of basic aspects of object diagrams, including:</a:t>
            </a:r>
          </a:p>
          <a:p>
            <a:pPr lvl="1">
              <a:buFont typeface="Wingdings" panose="05000000000000000000" pitchFamily="2" charset="2"/>
              <a:buChar char="Ø"/>
            </a:pPr>
            <a:r>
              <a:rPr lang="en-US" dirty="0"/>
              <a:t>Objects are represented with rectangles and underlined labels.</a:t>
            </a:r>
          </a:p>
          <a:p>
            <a:pPr lvl="1">
              <a:buFont typeface="Wingdings" panose="05000000000000000000" pitchFamily="2" charset="2"/>
              <a:buChar char="Ø"/>
            </a:pPr>
            <a:r>
              <a:rPr lang="en-US" dirty="0"/>
              <a:t>The class of an object is included in the label of the object (e.g., </a:t>
            </a:r>
            <a:r>
              <a:rPr lang="en-US" dirty="0" err="1"/>
              <a:t>uml:Chapter</a:t>
            </a:r>
            <a:r>
              <a:rPr lang="en-US" dirty="0"/>
              <a:t> is of class Chapter),</a:t>
            </a:r>
          </a:p>
          <a:p>
            <a:pPr lvl="1">
              <a:buFont typeface="Wingdings" panose="05000000000000000000" pitchFamily="2" charset="2"/>
              <a:buChar char="Ø"/>
            </a:pPr>
            <a:r>
              <a:rPr lang="en-US" dirty="0"/>
              <a:t>Links are represented with solid lines.</a:t>
            </a:r>
            <a:endParaRPr lang="fr-CA" dirty="0"/>
          </a:p>
        </p:txBody>
      </p:sp>
      <p:sp>
        <p:nvSpPr>
          <p:cNvPr id="4" name="Espace réservé du numéro de diapositive 3"/>
          <p:cNvSpPr>
            <a:spLocks noGrp="1"/>
          </p:cNvSpPr>
          <p:nvPr>
            <p:ph type="sldNum" sz="quarter" idx="12"/>
          </p:nvPr>
        </p:nvSpPr>
        <p:spPr/>
        <p:txBody>
          <a:bodyPr/>
          <a:lstStyle/>
          <a:p>
            <a:pPr>
              <a:defRPr/>
            </a:pPr>
            <a:fld id="{FF0B85D0-B1EF-4802-90CF-6693142D5209}" type="slidenum">
              <a:rPr lang="nl-NL" altLang="fr-FR" smtClean="0"/>
              <a:pPr>
                <a:defRPr/>
              </a:pPr>
              <a:t>13</a:t>
            </a:fld>
            <a:endParaRPr lang="nl-NL" altLang="fr-FR"/>
          </a:p>
        </p:txBody>
      </p:sp>
    </p:spTree>
    <p:extLst>
      <p:ext uri="{BB962C8B-B14F-4D97-AF65-F5344CB8AC3E}">
        <p14:creationId xmlns:p14="http://schemas.microsoft.com/office/powerpoint/2010/main" val="38456191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CA"/>
          </a:p>
        </p:txBody>
      </p:sp>
      <p:sp>
        <p:nvSpPr>
          <p:cNvPr id="3" name="Espace réservé du contenu 2"/>
          <p:cNvSpPr>
            <a:spLocks noGrp="1"/>
          </p:cNvSpPr>
          <p:nvPr>
            <p:ph sz="quarter" idx="1"/>
          </p:nvPr>
        </p:nvSpPr>
        <p:spPr/>
        <p:txBody>
          <a:bodyPr/>
          <a:lstStyle/>
          <a:p>
            <a:endParaRPr lang="fr-CA"/>
          </a:p>
        </p:txBody>
      </p:sp>
      <p:sp>
        <p:nvSpPr>
          <p:cNvPr id="4" name="Espace réservé du numéro de diapositive 3"/>
          <p:cNvSpPr>
            <a:spLocks noGrp="1"/>
          </p:cNvSpPr>
          <p:nvPr>
            <p:ph type="sldNum" sz="quarter" idx="12"/>
          </p:nvPr>
        </p:nvSpPr>
        <p:spPr/>
        <p:txBody>
          <a:bodyPr/>
          <a:lstStyle/>
          <a:p>
            <a:pPr>
              <a:defRPr/>
            </a:pPr>
            <a:fld id="{FF0B85D0-B1EF-4802-90CF-6693142D5209}" type="slidenum">
              <a:rPr lang="nl-NL" altLang="fr-FR" smtClean="0"/>
              <a:pPr>
                <a:defRPr/>
              </a:pPr>
              <a:t>14</a:t>
            </a:fld>
            <a:endParaRPr lang="nl-NL" altLang="fr-FR"/>
          </a:p>
        </p:txBody>
      </p:sp>
      <p:pic>
        <p:nvPicPr>
          <p:cNvPr id="5" name="Image 4"/>
          <p:cNvPicPr>
            <a:picLocks noChangeAspect="1"/>
          </p:cNvPicPr>
          <p:nvPr/>
        </p:nvPicPr>
        <p:blipFill>
          <a:blip r:embed="rId2"/>
          <a:stretch>
            <a:fillRect/>
          </a:stretch>
        </p:blipFill>
        <p:spPr>
          <a:xfrm>
            <a:off x="35496" y="829559"/>
            <a:ext cx="9055013" cy="4795686"/>
          </a:xfrm>
          <a:prstGeom prst="rect">
            <a:avLst/>
          </a:prstGeom>
        </p:spPr>
      </p:pic>
    </p:spTree>
    <p:extLst>
      <p:ext uri="{BB962C8B-B14F-4D97-AF65-F5344CB8AC3E}">
        <p14:creationId xmlns:p14="http://schemas.microsoft.com/office/powerpoint/2010/main" val="13542814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914400" y="-207404"/>
            <a:ext cx="7772400" cy="1143000"/>
          </a:xfrm>
        </p:spPr>
        <p:txBody>
          <a:bodyPr/>
          <a:lstStyle/>
          <a:p>
            <a:r>
              <a:rPr lang="fr-CA" b="1" dirty="0" err="1"/>
              <a:t>Modeling</a:t>
            </a:r>
            <a:r>
              <a:rPr lang="fr-CA" b="1" dirty="0"/>
              <a:t> </a:t>
            </a:r>
            <a:r>
              <a:rPr lang="fr-CA" b="1" dirty="0" err="1"/>
              <a:t>with</a:t>
            </a:r>
            <a:r>
              <a:rPr lang="fr-CA" b="1" dirty="0"/>
              <a:t> UML</a:t>
            </a:r>
            <a:endParaRPr lang="fr-CA" dirty="0"/>
          </a:p>
        </p:txBody>
      </p:sp>
      <p:sp>
        <p:nvSpPr>
          <p:cNvPr id="3" name="Espace réservé du contenu 2"/>
          <p:cNvSpPr>
            <a:spLocks noGrp="1"/>
          </p:cNvSpPr>
          <p:nvPr>
            <p:ph sz="quarter" idx="1"/>
          </p:nvPr>
        </p:nvSpPr>
        <p:spPr>
          <a:xfrm>
            <a:off x="758825" y="836712"/>
            <a:ext cx="8083550" cy="5219700"/>
          </a:xfrm>
        </p:spPr>
        <p:txBody>
          <a:bodyPr/>
          <a:lstStyle/>
          <a:p>
            <a:r>
              <a:rPr lang="en-US" sz="3200" i="1" dirty="0"/>
              <a:t>Extend the class diagram of the previous exercise to include the following attributes:</a:t>
            </a:r>
          </a:p>
          <a:p>
            <a:pPr lvl="1">
              <a:buFont typeface="Wingdings" panose="05000000000000000000" pitchFamily="2" charset="2"/>
              <a:buChar char="Ø"/>
            </a:pPr>
            <a:r>
              <a:rPr lang="en-US" sz="3200" i="1" dirty="0"/>
              <a:t> a book includes a publisher, publication date, and an ISBN</a:t>
            </a:r>
          </a:p>
          <a:p>
            <a:pPr lvl="1">
              <a:buFont typeface="Wingdings" panose="05000000000000000000" pitchFamily="2" charset="2"/>
              <a:buChar char="Ø"/>
            </a:pPr>
            <a:r>
              <a:rPr lang="en-US" sz="3200" i="1" dirty="0"/>
              <a:t> a part includes a title and a number</a:t>
            </a:r>
          </a:p>
          <a:p>
            <a:pPr lvl="1">
              <a:buFont typeface="Wingdings" panose="05000000000000000000" pitchFamily="2" charset="2"/>
              <a:buChar char="Ø"/>
            </a:pPr>
            <a:r>
              <a:rPr lang="en-US" sz="3200" i="1" dirty="0"/>
              <a:t> a chapter includes a title, a number, and an abstract</a:t>
            </a:r>
          </a:p>
          <a:p>
            <a:pPr lvl="1">
              <a:buFont typeface="Wingdings" panose="05000000000000000000" pitchFamily="2" charset="2"/>
              <a:buChar char="Ø"/>
            </a:pPr>
            <a:r>
              <a:rPr lang="en-US" sz="3200" i="1" dirty="0"/>
              <a:t> a section includes a title and a number</a:t>
            </a:r>
            <a:endParaRPr lang="fr-CA" sz="3200" dirty="0"/>
          </a:p>
        </p:txBody>
      </p:sp>
      <p:sp>
        <p:nvSpPr>
          <p:cNvPr id="4" name="Espace réservé du numéro de diapositive 3"/>
          <p:cNvSpPr>
            <a:spLocks noGrp="1"/>
          </p:cNvSpPr>
          <p:nvPr>
            <p:ph type="sldNum" sz="quarter" idx="12"/>
          </p:nvPr>
        </p:nvSpPr>
        <p:spPr/>
        <p:txBody>
          <a:bodyPr/>
          <a:lstStyle/>
          <a:p>
            <a:pPr>
              <a:defRPr/>
            </a:pPr>
            <a:fld id="{FF0B85D0-B1EF-4802-90CF-6693142D5209}" type="slidenum">
              <a:rPr lang="nl-NL" altLang="fr-FR" smtClean="0"/>
              <a:pPr>
                <a:defRPr/>
              </a:pPr>
              <a:t>15</a:t>
            </a:fld>
            <a:endParaRPr lang="nl-NL" altLang="fr-FR"/>
          </a:p>
        </p:txBody>
      </p:sp>
    </p:spTree>
    <p:extLst>
      <p:ext uri="{BB962C8B-B14F-4D97-AF65-F5344CB8AC3E}">
        <p14:creationId xmlns:p14="http://schemas.microsoft.com/office/powerpoint/2010/main" val="24600046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CA"/>
          </a:p>
        </p:txBody>
      </p:sp>
      <p:sp>
        <p:nvSpPr>
          <p:cNvPr id="3" name="Espace réservé du contenu 2"/>
          <p:cNvSpPr>
            <a:spLocks noGrp="1"/>
          </p:cNvSpPr>
          <p:nvPr>
            <p:ph sz="quarter" idx="1"/>
          </p:nvPr>
        </p:nvSpPr>
        <p:spPr>
          <a:xfrm>
            <a:off x="1115616" y="1622864"/>
            <a:ext cx="7772400" cy="4572000"/>
          </a:xfrm>
        </p:spPr>
        <p:txBody>
          <a:bodyPr/>
          <a:lstStyle/>
          <a:p>
            <a:endParaRPr lang="fr-CA"/>
          </a:p>
        </p:txBody>
      </p:sp>
      <p:sp>
        <p:nvSpPr>
          <p:cNvPr id="4" name="Espace réservé du numéro de diapositive 3"/>
          <p:cNvSpPr>
            <a:spLocks noGrp="1"/>
          </p:cNvSpPr>
          <p:nvPr>
            <p:ph type="sldNum" sz="quarter" idx="12"/>
          </p:nvPr>
        </p:nvSpPr>
        <p:spPr/>
        <p:txBody>
          <a:bodyPr/>
          <a:lstStyle/>
          <a:p>
            <a:pPr>
              <a:defRPr/>
            </a:pPr>
            <a:fld id="{FF0B85D0-B1EF-4802-90CF-6693142D5209}" type="slidenum">
              <a:rPr lang="nl-NL" altLang="fr-FR" smtClean="0"/>
              <a:pPr>
                <a:defRPr/>
              </a:pPr>
              <a:t>16</a:t>
            </a:fld>
            <a:endParaRPr lang="nl-NL" altLang="fr-FR"/>
          </a:p>
        </p:txBody>
      </p:sp>
      <p:pic>
        <p:nvPicPr>
          <p:cNvPr id="5" name="Image 4"/>
          <p:cNvPicPr>
            <a:picLocks noChangeAspect="1"/>
          </p:cNvPicPr>
          <p:nvPr/>
        </p:nvPicPr>
        <p:blipFill>
          <a:blip r:embed="rId2"/>
          <a:stretch>
            <a:fillRect/>
          </a:stretch>
        </p:blipFill>
        <p:spPr>
          <a:xfrm>
            <a:off x="107504" y="2240868"/>
            <a:ext cx="8930361" cy="1584176"/>
          </a:xfrm>
          <a:prstGeom prst="rect">
            <a:avLst/>
          </a:prstGeom>
        </p:spPr>
      </p:pic>
    </p:spTree>
    <p:extLst>
      <p:ext uri="{BB962C8B-B14F-4D97-AF65-F5344CB8AC3E}">
        <p14:creationId xmlns:p14="http://schemas.microsoft.com/office/powerpoint/2010/main" val="1068948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914400" y="-207404"/>
            <a:ext cx="7772400" cy="1143000"/>
          </a:xfrm>
        </p:spPr>
        <p:txBody>
          <a:bodyPr/>
          <a:lstStyle/>
          <a:p>
            <a:r>
              <a:rPr lang="fr-CA" b="1" dirty="0" err="1"/>
              <a:t>Modeling</a:t>
            </a:r>
            <a:r>
              <a:rPr lang="fr-CA" b="1" dirty="0"/>
              <a:t> </a:t>
            </a:r>
            <a:r>
              <a:rPr lang="fr-CA" b="1" dirty="0" err="1"/>
              <a:t>with</a:t>
            </a:r>
            <a:r>
              <a:rPr lang="fr-CA" b="1" dirty="0"/>
              <a:t> UML</a:t>
            </a:r>
            <a:endParaRPr lang="fr-CA" dirty="0"/>
          </a:p>
        </p:txBody>
      </p:sp>
      <p:sp>
        <p:nvSpPr>
          <p:cNvPr id="3" name="Espace réservé du contenu 2"/>
          <p:cNvSpPr>
            <a:spLocks noGrp="1"/>
          </p:cNvSpPr>
          <p:nvPr>
            <p:ph sz="quarter" idx="1"/>
          </p:nvPr>
        </p:nvSpPr>
        <p:spPr>
          <a:xfrm>
            <a:off x="758825" y="836712"/>
            <a:ext cx="8083550" cy="5219700"/>
          </a:xfrm>
        </p:spPr>
        <p:txBody>
          <a:bodyPr/>
          <a:lstStyle/>
          <a:p>
            <a:r>
              <a:rPr lang="fr-CA" sz="3600" i="1" dirty="0"/>
              <a:t>Note </a:t>
            </a:r>
            <a:r>
              <a:rPr lang="fr-CA" sz="3600" i="1" dirty="0" err="1"/>
              <a:t>that</a:t>
            </a:r>
            <a:r>
              <a:rPr lang="fr-CA" sz="3600" i="1" dirty="0"/>
              <a:t> the </a:t>
            </a:r>
            <a:r>
              <a:rPr lang="fr-CA" sz="3600" dirty="0"/>
              <a:t>Part</a:t>
            </a:r>
            <a:r>
              <a:rPr lang="fr-CA" sz="3600" i="1" dirty="0"/>
              <a:t>, </a:t>
            </a:r>
            <a:r>
              <a:rPr lang="fr-CA" sz="3600" dirty="0" err="1"/>
              <a:t>Chapter</a:t>
            </a:r>
            <a:r>
              <a:rPr lang="fr-CA" sz="3600" i="1" dirty="0"/>
              <a:t>, and </a:t>
            </a:r>
            <a:r>
              <a:rPr lang="fr-CA" sz="3600" dirty="0"/>
              <a:t>Section </a:t>
            </a:r>
            <a:r>
              <a:rPr lang="en-US" sz="3600" i="1" dirty="0"/>
              <a:t>classes all include a title and a number attribute. Add an abstract class and a generalization relationship to factor out these two attributes into the abstract class.</a:t>
            </a:r>
            <a:endParaRPr lang="fr-CA" sz="4400" dirty="0"/>
          </a:p>
        </p:txBody>
      </p:sp>
      <p:sp>
        <p:nvSpPr>
          <p:cNvPr id="4" name="Espace réservé du numéro de diapositive 3"/>
          <p:cNvSpPr>
            <a:spLocks noGrp="1"/>
          </p:cNvSpPr>
          <p:nvPr>
            <p:ph type="sldNum" sz="quarter" idx="12"/>
          </p:nvPr>
        </p:nvSpPr>
        <p:spPr/>
        <p:txBody>
          <a:bodyPr/>
          <a:lstStyle/>
          <a:p>
            <a:pPr>
              <a:defRPr/>
            </a:pPr>
            <a:fld id="{FF0B85D0-B1EF-4802-90CF-6693142D5209}" type="slidenum">
              <a:rPr lang="nl-NL" altLang="fr-FR" smtClean="0"/>
              <a:pPr>
                <a:defRPr/>
              </a:pPr>
              <a:t>17</a:t>
            </a:fld>
            <a:endParaRPr lang="nl-NL" altLang="fr-FR"/>
          </a:p>
        </p:txBody>
      </p:sp>
    </p:spTree>
    <p:extLst>
      <p:ext uri="{BB962C8B-B14F-4D97-AF65-F5344CB8AC3E}">
        <p14:creationId xmlns:p14="http://schemas.microsoft.com/office/powerpoint/2010/main" val="22844408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CA"/>
          </a:p>
        </p:txBody>
      </p:sp>
      <p:sp>
        <p:nvSpPr>
          <p:cNvPr id="3" name="Espace réservé du contenu 2"/>
          <p:cNvSpPr>
            <a:spLocks noGrp="1"/>
          </p:cNvSpPr>
          <p:nvPr>
            <p:ph sz="quarter" idx="1"/>
          </p:nvPr>
        </p:nvSpPr>
        <p:spPr/>
        <p:txBody>
          <a:bodyPr/>
          <a:lstStyle/>
          <a:p>
            <a:endParaRPr lang="fr-CA"/>
          </a:p>
        </p:txBody>
      </p:sp>
      <p:sp>
        <p:nvSpPr>
          <p:cNvPr id="4" name="Espace réservé du numéro de diapositive 3"/>
          <p:cNvSpPr>
            <a:spLocks noGrp="1"/>
          </p:cNvSpPr>
          <p:nvPr>
            <p:ph type="sldNum" sz="quarter" idx="12"/>
          </p:nvPr>
        </p:nvSpPr>
        <p:spPr/>
        <p:txBody>
          <a:bodyPr/>
          <a:lstStyle/>
          <a:p>
            <a:pPr>
              <a:defRPr/>
            </a:pPr>
            <a:fld id="{FF0B85D0-B1EF-4802-90CF-6693142D5209}" type="slidenum">
              <a:rPr lang="nl-NL" altLang="fr-FR" smtClean="0"/>
              <a:pPr>
                <a:defRPr/>
              </a:pPr>
              <a:t>18</a:t>
            </a:fld>
            <a:endParaRPr lang="nl-NL" altLang="fr-FR"/>
          </a:p>
        </p:txBody>
      </p:sp>
      <p:pic>
        <p:nvPicPr>
          <p:cNvPr id="5" name="Image 4"/>
          <p:cNvPicPr>
            <a:picLocks noChangeAspect="1"/>
          </p:cNvPicPr>
          <p:nvPr/>
        </p:nvPicPr>
        <p:blipFill>
          <a:blip r:embed="rId2"/>
          <a:stretch>
            <a:fillRect/>
          </a:stretch>
        </p:blipFill>
        <p:spPr>
          <a:xfrm>
            <a:off x="151346" y="1556792"/>
            <a:ext cx="8829015" cy="3226370"/>
          </a:xfrm>
          <a:prstGeom prst="rect">
            <a:avLst/>
          </a:prstGeom>
        </p:spPr>
      </p:pic>
    </p:spTree>
    <p:extLst>
      <p:ext uri="{BB962C8B-B14F-4D97-AF65-F5344CB8AC3E}">
        <p14:creationId xmlns:p14="http://schemas.microsoft.com/office/powerpoint/2010/main" val="27682229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914400" y="-207404"/>
            <a:ext cx="7772400" cy="1143000"/>
          </a:xfrm>
        </p:spPr>
        <p:txBody>
          <a:bodyPr/>
          <a:lstStyle/>
          <a:p>
            <a:r>
              <a:rPr lang="fr-CA" b="1" dirty="0" err="1"/>
              <a:t>Modeling</a:t>
            </a:r>
            <a:r>
              <a:rPr lang="fr-CA" b="1" dirty="0"/>
              <a:t> </a:t>
            </a:r>
            <a:r>
              <a:rPr lang="fr-CA" b="1" dirty="0" err="1"/>
              <a:t>with</a:t>
            </a:r>
            <a:r>
              <a:rPr lang="fr-CA" b="1" dirty="0"/>
              <a:t> UML</a:t>
            </a:r>
            <a:endParaRPr lang="fr-CA" dirty="0"/>
          </a:p>
        </p:txBody>
      </p:sp>
      <p:sp>
        <p:nvSpPr>
          <p:cNvPr id="3" name="Espace réservé du contenu 2"/>
          <p:cNvSpPr>
            <a:spLocks noGrp="1"/>
          </p:cNvSpPr>
          <p:nvPr>
            <p:ph sz="quarter" idx="1"/>
          </p:nvPr>
        </p:nvSpPr>
        <p:spPr>
          <a:xfrm>
            <a:off x="758825" y="836712"/>
            <a:ext cx="8083550" cy="5219700"/>
          </a:xfrm>
        </p:spPr>
        <p:txBody>
          <a:bodyPr/>
          <a:lstStyle/>
          <a:p>
            <a:r>
              <a:rPr lang="en-US" i="1" dirty="0"/>
              <a:t>Draw a class diagram for bibliographic references. Use the references in in the book, Bibliography, to test your class diagram. Your class diagram should be as detailed as possible.</a:t>
            </a:r>
            <a:endParaRPr lang="fr-CA" sz="4400" dirty="0"/>
          </a:p>
        </p:txBody>
      </p:sp>
      <p:sp>
        <p:nvSpPr>
          <p:cNvPr id="4" name="Espace réservé du numéro de diapositive 3"/>
          <p:cNvSpPr>
            <a:spLocks noGrp="1"/>
          </p:cNvSpPr>
          <p:nvPr>
            <p:ph type="sldNum" sz="quarter" idx="12"/>
          </p:nvPr>
        </p:nvSpPr>
        <p:spPr/>
        <p:txBody>
          <a:bodyPr/>
          <a:lstStyle/>
          <a:p>
            <a:pPr>
              <a:defRPr/>
            </a:pPr>
            <a:fld id="{FF0B85D0-B1EF-4802-90CF-6693142D5209}" type="slidenum">
              <a:rPr lang="nl-NL" altLang="fr-FR" smtClean="0"/>
              <a:pPr>
                <a:defRPr/>
              </a:pPr>
              <a:t>19</a:t>
            </a:fld>
            <a:endParaRPr lang="nl-NL" altLang="fr-FR"/>
          </a:p>
        </p:txBody>
      </p:sp>
    </p:spTree>
    <p:extLst>
      <p:ext uri="{BB962C8B-B14F-4D97-AF65-F5344CB8AC3E}">
        <p14:creationId xmlns:p14="http://schemas.microsoft.com/office/powerpoint/2010/main" val="23935865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CA"/>
          </a:p>
        </p:txBody>
      </p:sp>
      <p:sp>
        <p:nvSpPr>
          <p:cNvPr id="3" name="Espace réservé du contenu 2"/>
          <p:cNvSpPr>
            <a:spLocks noGrp="1"/>
          </p:cNvSpPr>
          <p:nvPr>
            <p:ph sz="quarter" idx="1"/>
          </p:nvPr>
        </p:nvSpPr>
        <p:spPr/>
        <p:txBody>
          <a:bodyPr/>
          <a:lstStyle/>
          <a:p>
            <a:endParaRPr lang="fr-CA"/>
          </a:p>
        </p:txBody>
      </p:sp>
      <p:sp>
        <p:nvSpPr>
          <p:cNvPr id="4" name="Espace réservé du numéro de diapositive 3"/>
          <p:cNvSpPr>
            <a:spLocks noGrp="1"/>
          </p:cNvSpPr>
          <p:nvPr>
            <p:ph type="sldNum" sz="quarter" idx="12"/>
          </p:nvPr>
        </p:nvSpPr>
        <p:spPr/>
        <p:txBody>
          <a:bodyPr/>
          <a:lstStyle/>
          <a:p>
            <a:pPr>
              <a:defRPr/>
            </a:pPr>
            <a:fld id="{FF0B85D0-B1EF-4802-90CF-6693142D5209}" type="slidenum">
              <a:rPr lang="nl-NL" altLang="fr-FR" smtClean="0"/>
              <a:pPr>
                <a:defRPr/>
              </a:pPr>
              <a:t>20</a:t>
            </a:fld>
            <a:endParaRPr lang="nl-NL" altLang="fr-FR"/>
          </a:p>
        </p:txBody>
      </p:sp>
      <p:pic>
        <p:nvPicPr>
          <p:cNvPr id="5" name="Image 4"/>
          <p:cNvPicPr>
            <a:picLocks noChangeAspect="1"/>
          </p:cNvPicPr>
          <p:nvPr/>
        </p:nvPicPr>
        <p:blipFill>
          <a:blip r:embed="rId2"/>
          <a:stretch>
            <a:fillRect/>
          </a:stretch>
        </p:blipFill>
        <p:spPr>
          <a:xfrm>
            <a:off x="146050" y="693456"/>
            <a:ext cx="8754069" cy="5516844"/>
          </a:xfrm>
          <a:prstGeom prst="rect">
            <a:avLst/>
          </a:prstGeom>
        </p:spPr>
      </p:pic>
    </p:spTree>
    <p:extLst>
      <p:ext uri="{BB962C8B-B14F-4D97-AF65-F5344CB8AC3E}">
        <p14:creationId xmlns:p14="http://schemas.microsoft.com/office/powerpoint/2010/main" val="397847191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apitaux">
  <a:themeElements>
    <a:clrScheme name="Capitaux">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apitaux">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apitaux">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17513</TotalTime>
  <Words>1110</Words>
  <Application>Microsoft Office PowerPoint</Application>
  <PresentationFormat>Affichage à l'écran (4:3)</PresentationFormat>
  <Paragraphs>77</Paragraphs>
  <Slides>20</Slides>
  <Notes>1</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20</vt:i4>
      </vt:variant>
    </vt:vector>
  </HeadingPairs>
  <TitlesOfParts>
    <vt:vector size="28" baseType="lpstr">
      <vt:lpstr>Arial</vt:lpstr>
      <vt:lpstr>Franklin Gothic Book</vt:lpstr>
      <vt:lpstr>NewsGothicBQ</vt:lpstr>
      <vt:lpstr>Perpetua</vt:lpstr>
      <vt:lpstr>Times New Roman</vt:lpstr>
      <vt:lpstr>Wingdings</vt:lpstr>
      <vt:lpstr>Wingdings 2</vt:lpstr>
      <vt:lpstr>Capitaux</vt:lpstr>
      <vt:lpstr>Présentation PowerPoint</vt:lpstr>
      <vt:lpstr>Modeling with UML</vt:lpstr>
      <vt:lpstr>Modeling with UML</vt:lpstr>
      <vt:lpstr>Modeling with UML</vt:lpstr>
      <vt:lpstr>Modeling with UML</vt:lpstr>
      <vt:lpstr>Présentation PowerPoint</vt:lpstr>
      <vt:lpstr>Modeling with UML</vt:lpstr>
      <vt:lpstr>Modeling with UML</vt:lpstr>
      <vt:lpstr>Modeling with UML</vt:lpstr>
      <vt:lpstr>Présentation PowerPoint</vt:lpstr>
      <vt:lpstr>Modeling with UML</vt:lpstr>
      <vt:lpstr>Présentation PowerPoint</vt:lpstr>
      <vt:lpstr>Modeling with UML</vt:lpstr>
      <vt:lpstr>Présentation PowerPoint</vt:lpstr>
      <vt:lpstr>Modeling with UML</vt:lpstr>
      <vt:lpstr>Présentation PowerPoint</vt:lpstr>
      <vt:lpstr>Modeling with UML</vt:lpstr>
      <vt:lpstr>Présentation PowerPoint</vt:lpstr>
      <vt:lpstr>Modeling with UML</vt:lpstr>
      <vt:lpstr>Présentation PowerPoint</vt:lpstr>
    </vt:vector>
  </TitlesOfParts>
  <Company>Vrije Universiteit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Hans van Vliet</dc:creator>
  <cp:lastModifiedBy>User</cp:lastModifiedBy>
  <cp:revision>386</cp:revision>
  <dcterms:created xsi:type="dcterms:W3CDTF">2005-08-23T09:20:25Z</dcterms:created>
  <dcterms:modified xsi:type="dcterms:W3CDTF">2020-02-05T14:44:23Z</dcterms:modified>
</cp:coreProperties>
</file>